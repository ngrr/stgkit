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73184" y="3785616"/>
            <a:ext cx="2715768" cy="3072384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954512" y="3401568"/>
            <a:ext cx="1234440" cy="38404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993392"/>
            <a:ext cx="168249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01952" y="1920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901952" y="2331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901952" y="2852928"/>
            <a:ext cx="5943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Título de la actividad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901952" y="34015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Subtítulo descriptivo o bajada editorial que contextualiza el alcance del documento.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01952" y="39867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01952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2025–2026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01952" y="4800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documento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0058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3232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contenidos y decisiones de trabajo.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3232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6200000">
            <a:off x="10981944" y="217627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32688" y="23957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36192" y="2377440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536192" y="2706624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292608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536192" y="290779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536192" y="3236976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34564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536192" y="343814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536192" y="3767328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39867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36192" y="396849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536192" y="4297680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45171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536192" y="449884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536192" y="4828032"/>
            <a:ext cx="5897880" cy="0"/>
          </a:xfrm>
          <a:prstGeom prst="line">
            <a:avLst/>
          </a:prstGeom>
          <a:noFill/>
          <a:ln w="7620">
            <a:solidFill>
              <a:srgbClr val="DEDAD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1060704"/>
            <a:ext cx="3419856" cy="1920240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78224" y="1060704"/>
            <a:ext cx="5623560" cy="19202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560" y="14081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51560" y="175564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Segunda sección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tema del documento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3493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META O PALABRA CLAVE SENCILLA DEL TEMA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60120" y="4041648"/>
            <a:ext cx="1554480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2976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" y="45628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0120" y="48280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60120" y="50932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60120" y="53583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60120" y="562356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 rot="16200000">
            <a:off x="10981944" y="217627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Portadilla de sección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0058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3232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Párrafos normalizados y bloques editoriales.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3232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6200000">
            <a:off x="10981944" y="217627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Planteamiento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4672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" y="2615184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Desarrolle el contexto en párrafos breves. La plantilla usa Aptos 11 para mantener consistencia en la lectura y evitar densidades excesivas.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221992"/>
            <a:ext cx="3520440" cy="1051560"/>
          </a:xfrm>
          <a:prstGeom prst="rect">
            <a:avLst/>
          </a:prstGeom>
          <a:solidFill>
            <a:srgbClr val="EFEDEF"/>
          </a:solidFill>
          <a:ln w="12700">
            <a:solidFill>
              <a:srgbClr val="EFEDE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78024"/>
            <a:ext cx="2816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/ IDEA CLAVE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053328" y="2660904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“Una formulación breve que concentre la tesis, hallazgo o criterio de lectura.”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" y="3950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4315968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de trabajo editable. Puede duplicar bloques, insertar citas o reemplazar este contenido por texto definitivo.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0058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y lectura de resultados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3232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HALLAZGOS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3232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6200000">
            <a:off x="10981944" y="217627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y lectura de resultados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31520" y="1956816"/>
            <a:ext cx="8458200" cy="786384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32688" y="24597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OBSERVADA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3192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721608" y="24597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ANALIZADOS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72084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977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4,2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510528" y="24597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COMPARADO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868680" y="32461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 01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6868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comparada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1832" y="391363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A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487168" y="3941064"/>
            <a:ext cx="2487168" cy="91440"/>
          </a:xfrm>
          <a:prstGeom prst="rect">
            <a:avLst/>
          </a:prstGeom>
          <a:solidFill>
            <a:srgbClr val="E7E3E8"/>
          </a:solidFill>
          <a:ln w="12700">
            <a:solidFill>
              <a:srgbClr val="E7E3E8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87168" y="3941064"/>
            <a:ext cx="2039478" cy="914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84648" y="3895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41832" y="422452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B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487168" y="4251960"/>
            <a:ext cx="2487168" cy="91440"/>
          </a:xfrm>
          <a:prstGeom prst="rect">
            <a:avLst/>
          </a:prstGeom>
          <a:solidFill>
            <a:srgbClr val="E7E3E8"/>
          </a:solidFill>
          <a:ln w="12700">
            <a:solidFill>
              <a:srgbClr val="E7E3E8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87168" y="4251960"/>
            <a:ext cx="1591788" cy="914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84648" y="420624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41832" y="45354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C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487168" y="4562856"/>
            <a:ext cx="2487168" cy="91440"/>
          </a:xfrm>
          <a:prstGeom prst="rect">
            <a:avLst/>
          </a:prstGeom>
          <a:solidFill>
            <a:srgbClr val="E7E3E8"/>
          </a:solidFill>
          <a:ln w="12700">
            <a:solidFill>
              <a:srgbClr val="E7E3E8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87168" y="4562856"/>
            <a:ext cx="1168969" cy="914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84648" y="45171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941832" y="4846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487168" y="4873752"/>
            <a:ext cx="2487168" cy="91440"/>
          </a:xfrm>
          <a:prstGeom prst="rect">
            <a:avLst/>
          </a:prstGeom>
          <a:solidFill>
            <a:srgbClr val="E7E3E8"/>
          </a:solidFill>
          <a:ln w="12700">
            <a:solidFill>
              <a:srgbClr val="E7E3E8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487168" y="4873752"/>
            <a:ext cx="771022" cy="914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84648" y="48280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941832" y="51572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487168" y="5184648"/>
            <a:ext cx="2487168" cy="91440"/>
          </a:xfrm>
          <a:prstGeom prst="rect">
            <a:avLst/>
          </a:prstGeom>
          <a:solidFill>
            <a:srgbClr val="E7E3E8"/>
          </a:solidFill>
          <a:ln w="12700">
            <a:solidFill>
              <a:srgbClr val="E7E3E8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87168" y="5184648"/>
            <a:ext cx="447690" cy="91440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84648" y="513892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473952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473952" y="3456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principal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473952" y="3822192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Describa qué muestra la visualización, qué comparación es relevante y qué límites tiene la inferencia.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73952" y="4754880"/>
            <a:ext cx="475488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73952" y="49560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[Fuente, fecha y universo]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8631936" y="292608"/>
            <a:ext cx="2139696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04120" y="0"/>
            <a:ext cx="2084832" cy="219456"/>
          </a:xfrm>
          <a:prstGeom prst="rect">
            <a:avLst/>
          </a:prstGeom>
          <a:solidFill>
            <a:srgbClr val="4C2B46"/>
          </a:solidFill>
          <a:ln w="12700">
            <a:solidFill>
              <a:srgbClr val="4C2B4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045952" y="6656832"/>
            <a:ext cx="1143000" cy="201168"/>
          </a:xfrm>
          <a:prstGeom prst="rect">
            <a:avLst/>
          </a:prstGeom>
          <a:solidFill>
            <a:srgbClr val="E97700"/>
          </a:solidFill>
          <a:ln w="12700">
            <a:solidFill>
              <a:srgbClr val="E977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005840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4C2B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de datos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3232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de tabla para informes y reportes.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3232" y="1865376"/>
            <a:ext cx="493776" cy="0"/>
          </a:xfrm>
          <a:prstGeom prst="line">
            <a:avLst/>
          </a:prstGeom>
          <a:noFill/>
          <a:ln w="12700">
            <a:solidFill>
              <a:srgbClr val="E977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9824" y="6428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98848" y="6565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292840" y="1929384"/>
            <a:ext cx="530352" cy="0"/>
          </a:xfrm>
          <a:prstGeom prst="line">
            <a:avLst/>
          </a:prstGeom>
          <a:noFill/>
          <a:ln w="10160">
            <a:solidFill>
              <a:srgbClr val="E97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6200000">
            <a:off x="10981944" y="217627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de datos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14400" y="2423160"/>
            <a:ext cx="2743200" cy="310896"/>
          </a:xfrm>
          <a:prstGeom prst="rect">
            <a:avLst/>
          </a:prstGeom>
          <a:solidFill>
            <a:srgbClr val="4C2B4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7600" y="2423160"/>
            <a:ext cx="1508760" cy="310896"/>
          </a:xfrm>
          <a:prstGeom prst="rect">
            <a:avLst/>
          </a:prstGeom>
          <a:solidFill>
            <a:srgbClr val="4C2B4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base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166360" y="2423160"/>
            <a:ext cx="1508760" cy="310896"/>
          </a:xfrm>
          <a:prstGeom prst="rect">
            <a:avLst/>
          </a:prstGeom>
          <a:solidFill>
            <a:srgbClr val="4C2B4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675120" y="2423160"/>
            <a:ext cx="1508760" cy="310896"/>
          </a:xfrm>
          <a:prstGeom prst="rect">
            <a:avLst/>
          </a:prstGeom>
          <a:solidFill>
            <a:srgbClr val="4C2B4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Variación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14400" y="2752344"/>
            <a:ext cx="27432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observada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0" y="2752344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66360" y="2752344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2752344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+16 pp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" y="3081528"/>
            <a:ext cx="2743200" cy="310896"/>
          </a:xfrm>
          <a:prstGeom prst="rect">
            <a:avLst/>
          </a:prstGeom>
          <a:solidFill>
            <a:srgbClr val="F7F6F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analizados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0" y="3081528"/>
            <a:ext cx="1508760" cy="310896"/>
          </a:xfrm>
          <a:prstGeom prst="rect">
            <a:avLst/>
          </a:prstGeom>
          <a:solidFill>
            <a:srgbClr val="F7F6F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66360" y="3081528"/>
            <a:ext cx="1508760" cy="310896"/>
          </a:xfrm>
          <a:prstGeom prst="rect">
            <a:avLst/>
          </a:prstGeom>
          <a:solidFill>
            <a:srgbClr val="F7F6F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3081528"/>
            <a:ext cx="1508760" cy="310896"/>
          </a:xfrm>
          <a:prstGeom prst="rect">
            <a:avLst/>
          </a:prstGeom>
          <a:solidFill>
            <a:srgbClr val="F7F6F7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4400" y="3410712"/>
            <a:ext cx="27432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comparado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0" y="3410712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66360" y="3410712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675120" y="3410712"/>
            <a:ext cx="1508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+0,4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32688" y="4251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32688" y="4526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se usa como componente editorial estable para informes: encabezado púrpura, cuerpo Aptos 11/10 según densidad y grilla sin textos flotantes.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talogo_STGND_Documentos_v8_Riguroso/assets/logo-stgn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4069080" y="2011680"/>
            <a:ext cx="404164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0" y="388620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7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━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617720" y="416052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secretariadegenero.pjud.cl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Poder Judicial de Chile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PPTX STGND v8</dc:title>
  <dc:subject>Plantilla PPTX STGND v8 Riguroso</dc:subject>
  <dc:creator>Secretaría Técnica de Igualdad de Género y No Discriminación</dc:creator>
  <cp:lastModifiedBy>Secretaría Técnica de Igualdad de Género y No Discriminación</cp:lastModifiedBy>
  <cp:revision>1</cp:revision>
  <dcterms:created xsi:type="dcterms:W3CDTF">2026-08-19T20:40:55Z</dcterms:created>
  <dcterms:modified xsi:type="dcterms:W3CDTF">2026-08-19T20:40:55Z</dcterms:modified>
</cp:coreProperties>
</file>