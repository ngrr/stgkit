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7" r:id="rId3"/>
    <p:sldId id="270" r:id="rId4"/>
    <p:sldId id="269" r:id="rId5"/>
    <p:sldId id="272" r:id="rId6"/>
    <p:sldId id="273" r:id="rId7"/>
    <p:sldId id="271" r:id="rId8"/>
    <p:sldId id="266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B46"/>
    <a:srgbClr val="E9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A03DE9-BFBB-4ADE-8021-C27405C7BD4B}" v="72" dt="2026-09-22T15:33:52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ás Gonzalo Rodriguez Ruiz" userId="4004fc1d-f189-4a35-bb59-b751acf17205" providerId="ADAL" clId="{F49ECACB-05C6-429C-B7CA-74E16EA3B516}"/>
    <pc:docChg chg="undo custSel addSld delSld modSld sldOrd modMainMaster">
      <pc:chgData name="Nicolás Gonzalo Rodriguez Ruiz" userId="4004fc1d-f189-4a35-bb59-b751acf17205" providerId="ADAL" clId="{F49ECACB-05C6-429C-B7CA-74E16EA3B516}" dt="2026-09-22T15:35:26.429" v="153" actId="700"/>
      <pc:docMkLst>
        <pc:docMk/>
      </pc:docMkLst>
      <pc:sldChg chg="addSp delSp modSp del mod modClrScheme chgLayout">
        <pc:chgData name="Nicolás Gonzalo Rodriguez Ruiz" userId="4004fc1d-f189-4a35-bb59-b751acf17205" providerId="ADAL" clId="{F49ECACB-05C6-429C-B7CA-74E16EA3B516}" dt="2026-09-22T15:30:37.394" v="113" actId="47"/>
        <pc:sldMkLst>
          <pc:docMk/>
          <pc:sldMk cId="0" sldId="256"/>
        </pc:sldMkLst>
        <pc:spChg chg="mod">
          <ac:chgData name="Nicolás Gonzalo Rodriguez Ruiz" userId="4004fc1d-f189-4a35-bb59-b751acf17205" providerId="ADAL" clId="{F49ECACB-05C6-429C-B7CA-74E16EA3B516}" dt="2026-09-22T15:30:06.437" v="106" actId="14100"/>
          <ac:spMkLst>
            <pc:docMk/>
            <pc:sldMk cId="0" sldId="256"/>
            <ac:spMk id="7" creationId="{00000000-0000-0000-0000-000000000000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24.566" v="109" actId="6264"/>
          <ac:spMkLst>
            <pc:docMk/>
            <pc:sldMk cId="0" sldId="256"/>
            <ac:spMk id="16" creationId="{2AD98101-52F2-43C8-F9F8-5011E0E0CE3B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24.566" v="109" actId="6264"/>
          <ac:spMkLst>
            <pc:docMk/>
            <pc:sldMk cId="0" sldId="256"/>
            <ac:spMk id="17" creationId="{9F4CA7AF-51BB-AE2C-58BE-DDC2B1F0599A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24.566" v="109" actId="6264"/>
          <ac:spMkLst>
            <pc:docMk/>
            <pc:sldMk cId="0" sldId="256"/>
            <ac:spMk id="18" creationId="{482D3494-1B0A-3C97-B577-05FBFD6BCE02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19" creationId="{EF4F54BC-8663-87F6-0A0A-63CD56BCF912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20" creationId="{6DFA8990-D8F2-C87C-F7A1-0F4E1BBA1BE7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21" creationId="{8C8EA463-ABD9-21BA-D56B-3E19811B7277}"/>
          </ac:spMkLst>
        </pc:spChg>
        <pc:spChg chg="add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22" creationId="{3D93A91C-B1DB-7791-930F-24772B765B74}"/>
          </ac:spMkLst>
        </pc:spChg>
        <pc:spChg chg="add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23" creationId="{55E30457-D08E-C261-595F-A9BA205F3FB6}"/>
          </ac:spMkLst>
        </pc:spChg>
        <pc:spChg chg="add mod ord">
          <ac:chgData name="Nicolás Gonzalo Rodriguez Ruiz" userId="4004fc1d-f189-4a35-bb59-b751acf17205" providerId="ADAL" clId="{F49ECACB-05C6-429C-B7CA-74E16EA3B516}" dt="2026-09-22T15:30:31.616" v="111" actId="700"/>
          <ac:spMkLst>
            <pc:docMk/>
            <pc:sldMk cId="0" sldId="256"/>
            <ac:spMk id="24" creationId="{C1F16A92-35CD-1F02-0F05-57F87D75A107}"/>
          </ac:spMkLst>
        </pc:spChg>
      </pc:sldChg>
      <pc:sldChg chg="addSp delSp modSp del mod modClrScheme chgLayout">
        <pc:chgData name="Nicolás Gonzalo Rodriguez Ruiz" userId="4004fc1d-f189-4a35-bb59-b751acf17205" providerId="ADAL" clId="{F49ECACB-05C6-429C-B7CA-74E16EA3B516}" dt="2026-09-22T15:32:37.694" v="129" actId="47"/>
        <pc:sldMkLst>
          <pc:docMk/>
          <pc:sldMk cId="0" sldId="257"/>
        </pc:sldMkLst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11" creationId="{7562E6C8-EDDC-5866-B96F-2E7EFDB6A151}"/>
          </ac:spMkLst>
        </pc:spChg>
        <pc:spChg chg="del">
          <ac:chgData name="Nicolás Gonzalo Rodriguez Ruiz" userId="4004fc1d-f189-4a35-bb59-b751acf17205" providerId="ADAL" clId="{F49ECACB-05C6-429C-B7CA-74E16EA3B516}" dt="2026-09-22T15:32:08.488" v="126" actId="478"/>
          <ac:spMkLst>
            <pc:docMk/>
            <pc:sldMk cId="0" sldId="257"/>
            <ac:spMk id="27" creationId="{B8FE626C-6909-8B62-9CFA-C4BD2B5DE977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28" creationId="{4AB2292B-B28B-495E-5349-9200AD67C96C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29" creationId="{D1DBA441-B2B2-D9D7-7BE6-786DB7F4FA16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0" creationId="{41F483C2-6B46-2D4F-EF01-04ADD8CD41E0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1" creationId="{15DCC2C5-F814-0CA8-AAE8-10E98F1CA441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2" creationId="{96F660D9-D06E-7B7C-E79F-093574608D9B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3" creationId="{094BFB40-8C53-D4A5-7CE9-32CA7FBDEFB8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4" creationId="{2274F344-69B2-44B3-4066-BD44C883161F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6" creationId="{5B84D743-81A1-361F-1E72-87C887676C11}"/>
          </ac:spMkLst>
        </pc:spChg>
        <pc:spChg chg="add mod ord">
          <ac:chgData name="Nicolás Gonzalo Rodriguez Ruiz" userId="4004fc1d-f189-4a35-bb59-b751acf17205" providerId="ADAL" clId="{F49ECACB-05C6-429C-B7CA-74E16EA3B516}" dt="2026-09-22T15:32:06.006" v="125" actId="700"/>
          <ac:spMkLst>
            <pc:docMk/>
            <pc:sldMk cId="0" sldId="257"/>
            <ac:spMk id="38" creationId="{D0F83828-1DB1-D7FC-9913-06EE4815ACC2}"/>
          </ac:spMkLst>
        </pc:spChg>
      </pc:sldChg>
      <pc:sldChg chg="addSp delSp modSp del mod modClrScheme chgLayout">
        <pc:chgData name="Nicolás Gonzalo Rodriguez Ruiz" userId="4004fc1d-f189-4a35-bb59-b751acf17205" providerId="ADAL" clId="{F49ECACB-05C6-429C-B7CA-74E16EA3B516}" dt="2026-09-22T15:34:31.265" v="149" actId="47"/>
        <pc:sldMkLst>
          <pc:docMk/>
          <pc:sldMk cId="0" sldId="258"/>
        </pc:sldMkLst>
        <pc:spChg chg="del">
          <ac:chgData name="Nicolás Gonzalo Rodriguez Ruiz" userId="4004fc1d-f189-4a35-bb59-b751acf17205" providerId="ADAL" clId="{F49ECACB-05C6-429C-B7CA-74E16EA3B516}" dt="2026-09-22T15:31:59.805" v="124" actId="478"/>
          <ac:spMkLst>
            <pc:docMk/>
            <pc:sldMk cId="0" sldId="258"/>
            <ac:spMk id="18" creationId="{00000000-0000-0000-0000-000000000000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19" creationId="{5ACF92F3-2E62-F69A-0E7B-83199297D286}"/>
          </ac:spMkLst>
        </pc:spChg>
        <pc:spChg chg="add del mod ord">
          <ac:chgData name="Nicolás Gonzalo Rodriguez Ruiz" userId="4004fc1d-f189-4a35-bb59-b751acf17205" providerId="ADAL" clId="{F49ECACB-05C6-429C-B7CA-74E16EA3B516}" dt="2026-09-22T15:34:27.960" v="148" actId="478"/>
          <ac:spMkLst>
            <pc:docMk/>
            <pc:sldMk cId="0" sldId="258"/>
            <ac:spMk id="20" creationId="{89F6ECB7-767D-078C-21D0-CAA6EF47BF22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1" creationId="{EF6318C1-122F-030F-A1B1-4AB1DA76C73F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2" creationId="{3D0C92C5-8CE7-703D-2A1E-2DA3B26F2B73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3" creationId="{68F12702-FA9F-68DB-515B-5D890249B353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4" creationId="{9DA4FE56-22F3-FF95-EF29-788DF16C2CFC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5" creationId="{5065B712-48E5-8651-B3E7-5C63D3C0F816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6" creationId="{65300C7D-FC6F-95F5-8957-2A3E189E36C7}"/>
          </ac:spMkLst>
        </pc:spChg>
        <pc:spChg chg="add mod ord">
          <ac:chgData name="Nicolás Gonzalo Rodriguez Ruiz" userId="4004fc1d-f189-4a35-bb59-b751acf17205" providerId="ADAL" clId="{F49ECACB-05C6-429C-B7CA-74E16EA3B516}" dt="2026-09-22T15:31:55.515" v="122" actId="700"/>
          <ac:spMkLst>
            <pc:docMk/>
            <pc:sldMk cId="0" sldId="258"/>
            <ac:spMk id="27" creationId="{94114F2E-6C4B-1927-8F39-74FD384E2C22}"/>
          </ac:spMkLst>
        </pc:spChg>
      </pc:sldChg>
      <pc:sldChg chg="del">
        <pc:chgData name="Nicolás Gonzalo Rodriguez Ruiz" userId="4004fc1d-f189-4a35-bb59-b751acf17205" providerId="ADAL" clId="{F49ECACB-05C6-429C-B7CA-74E16EA3B516}" dt="2026-09-22T15:34:58.947" v="150" actId="47"/>
        <pc:sldMkLst>
          <pc:docMk/>
          <pc:sldMk cId="0" sldId="259"/>
        </pc:sldMkLst>
      </pc:sldChg>
      <pc:sldChg chg="addSp delSp modSp del mod modClrScheme chgLayout">
        <pc:chgData name="Nicolás Gonzalo Rodriguez Ruiz" userId="4004fc1d-f189-4a35-bb59-b751acf17205" providerId="ADAL" clId="{F49ECACB-05C6-429C-B7CA-74E16EA3B516}" dt="2026-09-22T15:31:38.156" v="119" actId="47"/>
        <pc:sldMkLst>
          <pc:docMk/>
          <pc:sldMk cId="0" sldId="260"/>
        </pc:sldMkLst>
        <pc:spChg chg="del">
          <ac:chgData name="Nicolás Gonzalo Rodriguez Ruiz" userId="4004fc1d-f189-4a35-bb59-b751acf17205" providerId="ADAL" clId="{F49ECACB-05C6-429C-B7CA-74E16EA3B516}" dt="2026-09-22T15:31:23.616" v="115" actId="21"/>
          <ac:spMkLst>
            <pc:docMk/>
            <pc:sldMk cId="0" sldId="260"/>
            <ac:spMk id="5" creationId="{00000000-0000-0000-0000-000000000000}"/>
          </ac:spMkLst>
        </pc:spChg>
        <pc:spChg chg="add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6" creationId="{00000000-0000-0000-0000-000000000000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7" creationId="{00000000-0000-0000-0000-000000000000}"/>
          </ac:spMkLst>
        </pc:spChg>
        <pc:spChg chg="del">
          <ac:chgData name="Nicolás Gonzalo Rodriguez Ruiz" userId="4004fc1d-f189-4a35-bb59-b751acf17205" providerId="ADAL" clId="{F49ECACB-05C6-429C-B7CA-74E16EA3B516}" dt="2026-09-22T15:31:23.616" v="115" actId="21"/>
          <ac:spMkLst>
            <pc:docMk/>
            <pc:sldMk cId="0" sldId="260"/>
            <ac:spMk id="9" creationId="{00000000-0000-0000-0000-000000000000}"/>
          </ac:spMkLst>
        </pc:spChg>
        <pc:spChg chg="add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10" creationId="{00000000-0000-0000-0000-000000000000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11" creationId="{04D9DAD9-C9B0-5AF9-F2D2-0DE0D6002611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12" creationId="{00000000-0000-0000-0000-000000000000}"/>
          </ac:spMkLst>
        </pc:spChg>
        <pc:spChg chg="add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13" creationId="{00000000-0000-0000-0000-000000000000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15" creationId="{00000000-0000-0000-0000-000000000000}"/>
          </ac:spMkLst>
        </pc:spChg>
        <pc:spChg chg="del">
          <ac:chgData name="Nicolás Gonzalo Rodriguez Ruiz" userId="4004fc1d-f189-4a35-bb59-b751acf17205" providerId="ADAL" clId="{F49ECACB-05C6-429C-B7CA-74E16EA3B516}" dt="2026-09-22T15:31:23.616" v="115" actId="21"/>
          <ac:spMkLst>
            <pc:docMk/>
            <pc:sldMk cId="0" sldId="260"/>
            <ac:spMk id="17" creationId="{00000000-0000-0000-0000-000000000000}"/>
          </ac:spMkLst>
        </pc:spChg>
        <pc:spChg chg="add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20" creationId="{00000000-0000-0000-0000-000000000000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2" creationId="{FB7920EE-5528-10E9-5252-19B3FE4F1E1D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3" creationId="{6EF897E2-D1A4-92AB-B131-3927F29DA374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4" creationId="{7B43964D-68D5-B429-D1BB-0C535FFB312B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5" creationId="{25DB80FE-7578-B18C-1AFC-AE9F90977110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7" creationId="{04A55A7C-0D90-B37E-DEE6-30785296F2FD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28" creationId="{4EB293D9-9D8C-47D4-8F2F-C8470372FBC8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30" creationId="{5D905EDD-3617-451F-8D88-6FC10C20840E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31" creationId="{E23022D1-5853-5A5D-C682-AF484B05AFB1}"/>
          </ac:spMkLst>
        </pc:spChg>
        <pc:spChg chg="add del mod ord">
          <ac:chgData name="Nicolás Gonzalo Rodriguez Ruiz" userId="4004fc1d-f189-4a35-bb59-b751acf17205" providerId="ADAL" clId="{F49ECACB-05C6-429C-B7CA-74E16EA3B516}" dt="2026-09-22T15:29:54.940" v="104" actId="700"/>
          <ac:spMkLst>
            <pc:docMk/>
            <pc:sldMk cId="0" sldId="260"/>
            <ac:spMk id="33" creationId="{5885E53F-AE80-AD7D-D365-9AAC324F4ABB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34" creationId="{F35E198B-60D4-092C-40E8-F98CA74C0D3F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35" creationId="{60769D14-DEE1-A71C-C115-02583B583D8A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37" creationId="{C28B4122-0D13-BC81-284D-002461560F1D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39" creationId="{24629FD3-38CA-79D1-0950-766A205643AD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42" creationId="{00000000-0000-0000-0000-000000000000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44" creationId="{00000000-0000-0000-0000-000000000000}"/>
          </ac:spMkLst>
        </pc:spChg>
        <pc:spChg chg="del">
          <ac:chgData name="Nicolás Gonzalo Rodriguez Ruiz" userId="4004fc1d-f189-4a35-bb59-b751acf17205" providerId="ADAL" clId="{F49ECACB-05C6-429C-B7CA-74E16EA3B516}" dt="2026-09-22T15:31:23.616" v="115" actId="21"/>
          <ac:spMkLst>
            <pc:docMk/>
            <pc:sldMk cId="0" sldId="260"/>
            <ac:spMk id="45" creationId="{00000000-0000-0000-0000-000000000000}"/>
          </ac:spMkLst>
        </pc:spChg>
        <pc:spChg chg="add del">
          <ac:chgData name="Nicolás Gonzalo Rodriguez Ruiz" userId="4004fc1d-f189-4a35-bb59-b751acf17205" providerId="ADAL" clId="{F49ECACB-05C6-429C-B7CA-74E16EA3B516}" dt="2026-09-22T15:31:32.757" v="118" actId="21"/>
          <ac:spMkLst>
            <pc:docMk/>
            <pc:sldMk cId="0" sldId="260"/>
            <ac:spMk id="46" creationId="{71D6AE94-FA54-D26C-524F-3EDDA015BBA0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47" creationId="{1A5E96E4-F3C8-9FAC-FB89-4F3C8604A4A0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48" creationId="{3275E34D-033A-3D12-6F0B-2F9551A714E1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49" creationId="{A238BCD8-76D6-7226-D489-430B5E7D98E9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51" creationId="{6B40A4FD-6937-00F1-F0E1-8A288D7375B7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53" creationId="{C188B883-4165-27D9-98AD-D1FF7BFE3AB6}"/>
          </ac:spMkLst>
        </pc:spChg>
        <pc:spChg chg="add del mod">
          <ac:chgData name="Nicolás Gonzalo Rodriguez Ruiz" userId="4004fc1d-f189-4a35-bb59-b751acf17205" providerId="ADAL" clId="{F49ECACB-05C6-429C-B7CA-74E16EA3B516}" dt="2026-09-22T15:31:32.190" v="117" actId="700"/>
          <ac:spMkLst>
            <pc:docMk/>
            <pc:sldMk cId="0" sldId="260"/>
            <ac:spMk id="54" creationId="{135535B6-9C15-F9A3-562D-A2E6C8627CBB}"/>
          </ac:spMkLst>
        </pc:spChg>
      </pc:sldChg>
      <pc:sldChg chg="del">
        <pc:chgData name="Nicolás Gonzalo Rodriguez Ruiz" userId="4004fc1d-f189-4a35-bb59-b751acf17205" providerId="ADAL" clId="{F49ECACB-05C6-429C-B7CA-74E16EA3B516}" dt="2026-09-22T15:35:22.796" v="152" actId="47"/>
        <pc:sldMkLst>
          <pc:docMk/>
          <pc:sldMk cId="0" sldId="261"/>
        </pc:sldMkLst>
      </pc:sldChg>
      <pc:sldChg chg="mod modClrScheme chgLayout">
        <pc:chgData name="Nicolás Gonzalo Rodriguez Ruiz" userId="4004fc1d-f189-4a35-bb59-b751acf17205" providerId="ADAL" clId="{F49ECACB-05C6-429C-B7CA-74E16EA3B516}" dt="2026-09-22T15:35:26.429" v="153" actId="700"/>
        <pc:sldMkLst>
          <pc:docMk/>
          <pc:sldMk cId="0" sldId="262"/>
        </pc:sldMkLst>
      </pc:sldChg>
      <pc:sldChg chg="del">
        <pc:chgData name="Nicolás Gonzalo Rodriguez Ruiz" userId="4004fc1d-f189-4a35-bb59-b751acf17205" providerId="ADAL" clId="{F49ECACB-05C6-429C-B7CA-74E16EA3B516}" dt="2026-09-22T15:30:13.811" v="107" actId="47"/>
        <pc:sldMkLst>
          <pc:docMk/>
          <pc:sldMk cId="2231503943" sldId="265"/>
        </pc:sldMkLst>
      </pc:sldChg>
      <pc:sldChg chg="new ord">
        <pc:chgData name="Nicolás Gonzalo Rodriguez Ruiz" userId="4004fc1d-f189-4a35-bb59-b751acf17205" providerId="ADAL" clId="{F49ECACB-05C6-429C-B7CA-74E16EA3B516}" dt="2026-09-22T15:21:14.300" v="35"/>
        <pc:sldMkLst>
          <pc:docMk/>
          <pc:sldMk cId="691738382" sldId="266"/>
        </pc:sldMkLst>
      </pc:sldChg>
      <pc:sldChg chg="del">
        <pc:chgData name="Nicolás Gonzalo Rodriguez Ruiz" userId="4004fc1d-f189-4a35-bb59-b751acf17205" providerId="ADAL" clId="{F49ECACB-05C6-429C-B7CA-74E16EA3B516}" dt="2026-09-22T15:17:59.083" v="0" actId="47"/>
        <pc:sldMkLst>
          <pc:docMk/>
          <pc:sldMk cId="836901930" sldId="266"/>
        </pc:sldMkLst>
      </pc:sldChg>
      <pc:sldChg chg="modSp new mod">
        <pc:chgData name="Nicolás Gonzalo Rodriguez Ruiz" userId="4004fc1d-f189-4a35-bb59-b751acf17205" providerId="ADAL" clId="{F49ECACB-05C6-429C-B7CA-74E16EA3B516}" dt="2026-09-22T15:32:20.755" v="127" actId="120"/>
        <pc:sldMkLst>
          <pc:docMk/>
          <pc:sldMk cId="2143946677" sldId="267"/>
        </pc:sldMkLst>
        <pc:spChg chg="mod">
          <ac:chgData name="Nicolás Gonzalo Rodriguez Ruiz" userId="4004fc1d-f189-4a35-bb59-b751acf17205" providerId="ADAL" clId="{F49ECACB-05C6-429C-B7CA-74E16EA3B516}" dt="2026-09-22T15:32:20.755" v="127" actId="120"/>
          <ac:spMkLst>
            <pc:docMk/>
            <pc:sldMk cId="2143946677" sldId="267"/>
            <ac:spMk id="3" creationId="{37A5F8E7-0F4A-C30C-5AD6-891B4D08CCAC}"/>
          </ac:spMkLst>
        </pc:spChg>
      </pc:sldChg>
      <pc:sldChg chg="new del">
        <pc:chgData name="Nicolás Gonzalo Rodriguez Ruiz" userId="4004fc1d-f189-4a35-bb59-b751acf17205" providerId="ADAL" clId="{F49ECACB-05C6-429C-B7CA-74E16EA3B516}" dt="2026-09-22T15:30:02.877" v="105" actId="47"/>
        <pc:sldMkLst>
          <pc:docMk/>
          <pc:sldMk cId="1817034840" sldId="268"/>
        </pc:sldMkLst>
      </pc:sldChg>
      <pc:sldChg chg="modSp new mod">
        <pc:chgData name="Nicolás Gonzalo Rodriguez Ruiz" userId="4004fc1d-f189-4a35-bb59-b751acf17205" providerId="ADAL" clId="{F49ECACB-05C6-429C-B7CA-74E16EA3B516}" dt="2026-09-22T15:21:38.116" v="46" actId="20577"/>
        <pc:sldMkLst>
          <pc:docMk/>
          <pc:sldMk cId="3115418043" sldId="269"/>
        </pc:sldMkLst>
        <pc:spChg chg="mod">
          <ac:chgData name="Nicolás Gonzalo Rodriguez Ruiz" userId="4004fc1d-f189-4a35-bb59-b751acf17205" providerId="ADAL" clId="{F49ECACB-05C6-429C-B7CA-74E16EA3B516}" dt="2026-09-22T15:21:38.116" v="46" actId="20577"/>
          <ac:spMkLst>
            <pc:docMk/>
            <pc:sldMk cId="3115418043" sldId="269"/>
            <ac:spMk id="6" creationId="{707028DD-2EB5-4653-F828-210EFF293958}"/>
          </ac:spMkLst>
        </pc:spChg>
      </pc:sldChg>
      <pc:sldChg chg="modSp new mod">
        <pc:chgData name="Nicolás Gonzalo Rodriguez Ruiz" userId="4004fc1d-f189-4a35-bb59-b751acf17205" providerId="ADAL" clId="{F49ECACB-05C6-429C-B7CA-74E16EA3B516}" dt="2026-09-22T15:32:24.704" v="128" actId="120"/>
        <pc:sldMkLst>
          <pc:docMk/>
          <pc:sldMk cId="252438380" sldId="270"/>
        </pc:sldMkLst>
        <pc:spChg chg="mod">
          <ac:chgData name="Nicolás Gonzalo Rodriguez Ruiz" userId="4004fc1d-f189-4a35-bb59-b751acf17205" providerId="ADAL" clId="{F49ECACB-05C6-429C-B7CA-74E16EA3B516}" dt="2026-09-22T15:32:24.704" v="128" actId="120"/>
          <ac:spMkLst>
            <pc:docMk/>
            <pc:sldMk cId="252438380" sldId="270"/>
            <ac:spMk id="3" creationId="{0CBCD4D4-37DE-56DD-A399-5130752B9960}"/>
          </ac:spMkLst>
        </pc:spChg>
      </pc:sldChg>
      <pc:sldChg chg="addSp modSp new">
        <pc:chgData name="Nicolás Gonzalo Rodriguez Ruiz" userId="4004fc1d-f189-4a35-bb59-b751acf17205" providerId="ADAL" clId="{F49ECACB-05C6-429C-B7CA-74E16EA3B516}" dt="2026-09-22T15:31:44.582" v="121"/>
        <pc:sldMkLst>
          <pc:docMk/>
          <pc:sldMk cId="1134580130" sldId="271"/>
        </pc:sldMkLst>
        <pc:graphicFrameChg chg="add mod">
          <ac:chgData name="Nicolás Gonzalo Rodriguez Ruiz" userId="4004fc1d-f189-4a35-bb59-b751acf17205" providerId="ADAL" clId="{F49ECACB-05C6-429C-B7CA-74E16EA3B516}" dt="2026-09-22T15:31:44.582" v="121"/>
          <ac:graphicFrameMkLst>
            <pc:docMk/>
            <pc:sldMk cId="1134580130" sldId="271"/>
            <ac:graphicFrameMk id="16" creationId="{75696890-B3F9-E14F-651A-8FCE2E77A2A9}"/>
          </ac:graphicFrameMkLst>
        </pc:graphicFrameChg>
      </pc:sldChg>
      <pc:sldChg chg="modSp new mod">
        <pc:chgData name="Nicolás Gonzalo Rodriguez Ruiz" userId="4004fc1d-f189-4a35-bb59-b751acf17205" providerId="ADAL" clId="{F49ECACB-05C6-429C-B7CA-74E16EA3B516}" dt="2026-09-22T15:32:44.412" v="134" actId="20577"/>
        <pc:sldMkLst>
          <pc:docMk/>
          <pc:sldMk cId="2421779848" sldId="272"/>
        </pc:sldMkLst>
        <pc:spChg chg="mod">
          <ac:chgData name="Nicolás Gonzalo Rodriguez Ruiz" userId="4004fc1d-f189-4a35-bb59-b751acf17205" providerId="ADAL" clId="{F49ECACB-05C6-429C-B7CA-74E16EA3B516}" dt="2026-09-22T15:32:44.412" v="134" actId="20577"/>
          <ac:spMkLst>
            <pc:docMk/>
            <pc:sldMk cId="2421779848" sldId="272"/>
            <ac:spMk id="2" creationId="{1D271701-2F3D-2813-06C0-950BA610926C}"/>
          </ac:spMkLst>
        </pc:spChg>
      </pc:sldChg>
      <pc:sldChg chg="new">
        <pc:chgData name="Nicolás Gonzalo Rodriguez Ruiz" userId="4004fc1d-f189-4a35-bb59-b751acf17205" providerId="ADAL" clId="{F49ECACB-05C6-429C-B7CA-74E16EA3B516}" dt="2026-09-22T15:35:11.421" v="151" actId="680"/>
        <pc:sldMkLst>
          <pc:docMk/>
          <pc:sldMk cId="2444949267" sldId="273"/>
        </pc:sldMkLst>
      </pc:sldChg>
      <pc:sldMasterChg chg="addSp delSp modSp mod setBg modSldLayout sldLayoutOrd">
        <pc:chgData name="Nicolás Gonzalo Rodriguez Ruiz" userId="4004fc1d-f189-4a35-bb59-b751acf17205" providerId="ADAL" clId="{F49ECACB-05C6-429C-B7CA-74E16EA3B516}" dt="2026-09-22T15:33:52.262" v="147" actId="120"/>
        <pc:sldMasterMkLst>
          <pc:docMk/>
          <pc:sldMasterMk cId="0" sldId="2147483648"/>
        </pc:sldMasterMkLst>
        <pc:spChg chg="add del mod">
          <ac:chgData name="Nicolás Gonzalo Rodriguez Ruiz" userId="4004fc1d-f189-4a35-bb59-b751acf17205" providerId="ADAL" clId="{F49ECACB-05C6-429C-B7CA-74E16EA3B516}" dt="2026-09-22T15:28:05.434" v="90" actId="478"/>
          <ac:spMkLst>
            <pc:docMk/>
            <pc:sldMasterMk cId="0" sldId="2147483648"/>
            <ac:spMk id="3" creationId="{0F187564-EBAA-233C-D6E6-C899F4D786CC}"/>
          </ac:spMkLst>
        </pc:spChg>
        <pc:spChg chg="add del mod">
          <ac:chgData name="Nicolás Gonzalo Rodriguez Ruiz" userId="4004fc1d-f189-4a35-bb59-b751acf17205" providerId="ADAL" clId="{F49ECACB-05C6-429C-B7CA-74E16EA3B516}" dt="2026-09-22T15:28:05.434" v="90" actId="478"/>
          <ac:spMkLst>
            <pc:docMk/>
            <pc:sldMasterMk cId="0" sldId="2147483648"/>
            <ac:spMk id="4" creationId="{111CE8AC-93B9-D071-CBBD-99FA55886E16}"/>
          </ac:spMkLst>
        </pc:spChg>
        <pc:spChg chg="add del mod">
          <ac:chgData name="Nicolás Gonzalo Rodriguez Ruiz" userId="4004fc1d-f189-4a35-bb59-b751acf17205" providerId="ADAL" clId="{F49ECACB-05C6-429C-B7CA-74E16EA3B516}" dt="2026-09-22T15:28:05.434" v="90" actId="478"/>
          <ac:spMkLst>
            <pc:docMk/>
            <pc:sldMasterMk cId="0" sldId="2147483648"/>
            <ac:spMk id="5" creationId="{2AEF5E66-11CE-A517-F105-DD0ED0A474F2}"/>
          </ac:spMkLst>
        </pc:spChg>
        <pc:spChg chg="add del mod">
          <ac:chgData name="Nicolás Gonzalo Rodriguez Ruiz" userId="4004fc1d-f189-4a35-bb59-b751acf17205" providerId="ADAL" clId="{F49ECACB-05C6-429C-B7CA-74E16EA3B516}" dt="2026-09-22T15:28:05.434" v="90" actId="478"/>
          <ac:spMkLst>
            <pc:docMk/>
            <pc:sldMasterMk cId="0" sldId="2147483648"/>
            <ac:spMk id="7" creationId="{7925E793-459D-D3A8-FD0E-2C824BB7805A}"/>
          </ac:spMkLst>
        </pc:spChg>
        <pc:spChg chg="add del mod">
          <ac:chgData name="Nicolás Gonzalo Rodriguez Ruiz" userId="4004fc1d-f189-4a35-bb59-b751acf17205" providerId="ADAL" clId="{F49ECACB-05C6-429C-B7CA-74E16EA3B516}" dt="2026-09-22T15:27:17.309" v="82" actId="478"/>
          <ac:spMkLst>
            <pc:docMk/>
            <pc:sldMasterMk cId="0" sldId="2147483648"/>
            <ac:spMk id="8" creationId="{D3F987A1-092F-2CB9-CD3C-FE033AE4B561}"/>
          </ac:spMkLst>
        </pc:spChg>
        <pc:picChg chg="add del mod modCrop">
          <ac:chgData name="Nicolás Gonzalo Rodriguez Ruiz" userId="4004fc1d-f189-4a35-bb59-b751acf17205" providerId="ADAL" clId="{F49ECACB-05C6-429C-B7CA-74E16EA3B516}" dt="2026-09-22T15:27:44.422" v="87" actId="478"/>
          <ac:picMkLst>
            <pc:docMk/>
            <pc:sldMasterMk cId="0" sldId="2147483648"/>
            <ac:picMk id="2" creationId="{FEAE332F-413A-5C53-7304-1BC2DD41CE50}"/>
          </ac:picMkLst>
        </pc:picChg>
        <pc:picChg chg="add del mod">
          <ac:chgData name="Nicolás Gonzalo Rodriguez Ruiz" userId="4004fc1d-f189-4a35-bb59-b751acf17205" providerId="ADAL" clId="{F49ECACB-05C6-429C-B7CA-74E16EA3B516}" dt="2026-09-22T15:28:05.434" v="90" actId="478"/>
          <ac:picMkLst>
            <pc:docMk/>
            <pc:sldMasterMk cId="0" sldId="2147483648"/>
            <ac:picMk id="6" creationId="{7CA99F10-C7FF-4D9F-D33C-4AB6A2440722}"/>
          </ac:picMkLst>
        </pc:picChg>
        <pc:sldLayoutChg chg="addSp delSp modSp mod setBg">
          <pc:chgData name="Nicolás Gonzalo Rodriguez Ruiz" userId="4004fc1d-f189-4a35-bb59-b751acf17205" providerId="ADAL" clId="{F49ECACB-05C6-429C-B7CA-74E16EA3B516}" dt="2026-09-22T15:28:02.190" v="89" actId="478"/>
          <pc:sldLayoutMkLst>
            <pc:docMk/>
            <pc:sldMasterMk cId="0" sldId="2147483648"/>
            <pc:sldLayoutMk cId="0" sldId="2147483649"/>
          </pc:sldLayoutMkLst>
          <pc:spChg chg="add del mod">
            <ac:chgData name="Nicolás Gonzalo Rodriguez Ruiz" userId="4004fc1d-f189-4a35-bb59-b751acf17205" providerId="ADAL" clId="{F49ECACB-05C6-429C-B7CA-74E16EA3B516}" dt="2026-09-22T15:28:02.190" v="89" actId="478"/>
            <ac:spMkLst>
              <pc:docMk/>
              <pc:sldMasterMk cId="0" sldId="2147483648"/>
              <pc:sldLayoutMk cId="0" sldId="2147483649"/>
              <ac:spMk id="3" creationId="{FA6EB52D-CF03-ADCC-4FA7-55BAB2CF0170}"/>
            </ac:spMkLst>
          </pc:spChg>
          <pc:spChg chg="add del mod">
            <ac:chgData name="Nicolás Gonzalo Rodriguez Ruiz" userId="4004fc1d-f189-4a35-bb59-b751acf17205" providerId="ADAL" clId="{F49ECACB-05C6-429C-B7CA-74E16EA3B516}" dt="2026-09-22T15:28:02.190" v="89" actId="478"/>
            <ac:spMkLst>
              <pc:docMk/>
              <pc:sldMasterMk cId="0" sldId="2147483648"/>
              <pc:sldLayoutMk cId="0" sldId="2147483649"/>
              <ac:spMk id="4" creationId="{504B894D-788D-F27C-CD73-7B10D6343353}"/>
            </ac:spMkLst>
          </pc:spChg>
          <pc:spChg chg="add del mod">
            <ac:chgData name="Nicolás Gonzalo Rodriguez Ruiz" userId="4004fc1d-f189-4a35-bb59-b751acf17205" providerId="ADAL" clId="{F49ECACB-05C6-429C-B7CA-74E16EA3B516}" dt="2026-09-22T15:28:02.190" v="89" actId="478"/>
            <ac:spMkLst>
              <pc:docMk/>
              <pc:sldMasterMk cId="0" sldId="2147483648"/>
              <pc:sldLayoutMk cId="0" sldId="2147483649"/>
              <ac:spMk id="5" creationId="{ACAE8C80-4039-181D-F0F3-F1562F10A301}"/>
            </ac:spMkLst>
          </pc:spChg>
          <pc:spChg chg="add del mod">
            <ac:chgData name="Nicolás Gonzalo Rodriguez Ruiz" userId="4004fc1d-f189-4a35-bb59-b751acf17205" providerId="ADAL" clId="{F49ECACB-05C6-429C-B7CA-74E16EA3B516}" dt="2026-09-22T15:28:02.190" v="89" actId="478"/>
            <ac:spMkLst>
              <pc:docMk/>
              <pc:sldMasterMk cId="0" sldId="2147483648"/>
              <pc:sldLayoutMk cId="0" sldId="2147483649"/>
              <ac:spMk id="7" creationId="{556C357A-3D75-4D3A-DF6E-3E9756C64BC5}"/>
            </ac:spMkLst>
          </pc:spChg>
          <pc:spChg chg="add del mod">
            <ac:chgData name="Nicolás Gonzalo Rodriguez Ruiz" userId="4004fc1d-f189-4a35-bb59-b751acf17205" providerId="ADAL" clId="{F49ECACB-05C6-429C-B7CA-74E16EA3B516}" dt="2026-09-22T15:28:02.190" v="89" actId="478"/>
            <ac:spMkLst>
              <pc:docMk/>
              <pc:sldMasterMk cId="0" sldId="2147483648"/>
              <pc:sldLayoutMk cId="0" sldId="2147483649"/>
              <ac:spMk id="8" creationId="{4DA8BD7E-C690-6455-EDE5-A0A890627E11}"/>
            </ac:spMkLst>
          </pc:spChg>
          <pc:picChg chg="add del mod modCrop">
            <ac:chgData name="Nicolás Gonzalo Rodriguez Ruiz" userId="4004fc1d-f189-4a35-bb59-b751acf17205" providerId="ADAL" clId="{F49ECACB-05C6-429C-B7CA-74E16EA3B516}" dt="2026-09-22T15:28:02.190" v="89" actId="478"/>
            <ac:picMkLst>
              <pc:docMk/>
              <pc:sldMasterMk cId="0" sldId="2147483648"/>
              <pc:sldLayoutMk cId="0" sldId="2147483649"/>
              <ac:picMk id="2" creationId="{F602E78C-D04D-69B1-F8E8-0472A5B113C2}"/>
            </ac:picMkLst>
          </pc:picChg>
          <pc:picChg chg="add del mod">
            <ac:chgData name="Nicolás Gonzalo Rodriguez Ruiz" userId="4004fc1d-f189-4a35-bb59-b751acf17205" providerId="ADAL" clId="{F49ECACB-05C6-429C-B7CA-74E16EA3B516}" dt="2026-09-22T15:28:02.190" v="89" actId="478"/>
            <ac:picMkLst>
              <pc:docMk/>
              <pc:sldMasterMk cId="0" sldId="2147483648"/>
              <pc:sldLayoutMk cId="0" sldId="2147483649"/>
              <ac:picMk id="6" creationId="{898CD242-39E9-1C52-DA7B-3C4C13273556}"/>
            </ac:picMkLst>
          </pc:picChg>
        </pc:sldLayoutChg>
        <pc:sldLayoutChg chg="modSp mod ord">
          <pc:chgData name="Nicolás Gonzalo Rodriguez Ruiz" userId="4004fc1d-f189-4a35-bb59-b751acf17205" providerId="ADAL" clId="{F49ECACB-05C6-429C-B7CA-74E16EA3B516}" dt="2026-09-22T15:25:21.299" v="71" actId="20578"/>
          <pc:sldLayoutMkLst>
            <pc:docMk/>
            <pc:sldMasterMk cId="0" sldId="2147483648"/>
            <pc:sldLayoutMk cId="0" sldId="2147483650"/>
          </pc:sldLayoutMkLst>
          <pc:spChg chg="mod">
            <ac:chgData name="Nicolás Gonzalo Rodriguez Ruiz" userId="4004fc1d-f189-4a35-bb59-b751acf17205" providerId="ADAL" clId="{F49ECACB-05C6-429C-B7CA-74E16EA3B516}" dt="2026-09-22T15:25:08.033" v="69" actId="14100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5:13.323" v="70" actId="14100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  <pc:sldLayoutChg chg="modSp">
          <pc:chgData name="Nicolás Gonzalo Rodriguez Ruiz" userId="4004fc1d-f189-4a35-bb59-b751acf17205" providerId="ADAL" clId="{F49ECACB-05C6-429C-B7CA-74E16EA3B516}" dt="2026-09-22T15:21:50.421" v="50" actId="404"/>
          <pc:sldLayoutMkLst>
            <pc:docMk/>
            <pc:sldMasterMk cId="0" sldId="2147483648"/>
            <pc:sldLayoutMk cId="0" sldId="2147483652"/>
          </pc:sldLayoutMkLst>
          <pc:spChg chg="mod">
            <ac:chgData name="Nicolás Gonzalo Rodriguez Ruiz" userId="4004fc1d-f189-4a35-bb59-b751acf17205" providerId="ADAL" clId="{F49ECACB-05C6-429C-B7CA-74E16EA3B516}" dt="2026-09-22T15:18:14.020" v="1" actId="120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1:50.421" v="50" actId="404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</pc:sldLayoutChg>
        <pc:sldLayoutChg chg="addSp modSp mod">
          <pc:chgData name="Nicolás Gonzalo Rodriguez Ruiz" userId="4004fc1d-f189-4a35-bb59-b751acf17205" providerId="ADAL" clId="{F49ECACB-05C6-429C-B7CA-74E16EA3B516}" dt="2026-09-22T15:32:52.699" v="135" actId="120"/>
          <pc:sldLayoutMkLst>
            <pc:docMk/>
            <pc:sldMasterMk cId="0" sldId="2147483648"/>
            <pc:sldLayoutMk cId="0" sldId="2147483653"/>
          </pc:sldLayoutMkLst>
          <pc:spChg chg="mod">
            <ac:chgData name="Nicolás Gonzalo Rodriguez Ruiz" userId="4004fc1d-f189-4a35-bb59-b751acf17205" providerId="ADAL" clId="{F49ECACB-05C6-429C-B7CA-74E16EA3B516}" dt="2026-09-22T15:32:52.699" v="135" actId="120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add mod">
            <ac:chgData name="Nicolás Gonzalo Rodriguez Ruiz" userId="4004fc1d-f189-4a35-bb59-b751acf17205" providerId="ADAL" clId="{F49ECACB-05C6-429C-B7CA-74E16EA3B516}" dt="2026-09-22T15:23:05.707" v="58" actId="767"/>
            <ac:spMkLst>
              <pc:docMk/>
              <pc:sldMasterMk cId="0" sldId="2147483648"/>
              <pc:sldLayoutMk cId="0" sldId="2147483653"/>
              <ac:spMk id="11" creationId="{F6777AC9-6BCF-58DB-03C2-42A6138086DA}"/>
            </ac:spMkLst>
          </pc:spChg>
          <pc:spChg chg="mod">
            <ac:chgData name="Nicolás Gonzalo Rodriguez Ruiz" userId="4004fc1d-f189-4a35-bb59-b751acf17205" providerId="ADAL" clId="{F49ECACB-05C6-429C-B7CA-74E16EA3B516}" dt="2026-09-22T15:23:59.128" v="61" actId="20577"/>
            <ac:spMkLst>
              <pc:docMk/>
              <pc:sldMasterMk cId="0" sldId="2147483648"/>
              <pc:sldLayoutMk cId="0" sldId="2147483653"/>
              <ac:spMk id="27" creationId="{B8FE626C-6909-8B62-9CFA-C4BD2B5DE977}"/>
            </ac:spMkLst>
          </pc:spChg>
          <pc:spChg chg="add mod">
            <ac:chgData name="Nicolás Gonzalo Rodriguez Ruiz" userId="4004fc1d-f189-4a35-bb59-b751acf17205" providerId="ADAL" clId="{F49ECACB-05C6-429C-B7CA-74E16EA3B516}" dt="2026-09-22T15:23:06.381" v="59" actId="767"/>
            <ac:spMkLst>
              <pc:docMk/>
              <pc:sldMasterMk cId="0" sldId="2147483648"/>
              <pc:sldLayoutMk cId="0" sldId="2147483653"/>
              <ac:spMk id="28" creationId="{520A45D8-B435-3AD5-33DD-9C1E652A34B6}"/>
            </ac:spMkLst>
          </pc:spChg>
        </pc:sldLayoutChg>
        <pc:sldLayoutChg chg="addSp modSp">
          <pc:chgData name="Nicolás Gonzalo Rodriguez Ruiz" userId="4004fc1d-f189-4a35-bb59-b751acf17205" providerId="ADAL" clId="{F49ECACB-05C6-429C-B7CA-74E16EA3B516}" dt="2026-09-22T15:33:52.262" v="147" actId="120"/>
          <pc:sldLayoutMkLst>
            <pc:docMk/>
            <pc:sldMasterMk cId="0" sldId="2147483648"/>
            <pc:sldLayoutMk cId="0" sldId="2147483654"/>
          </pc:sldLayoutMkLst>
          <pc:spChg chg="mod">
            <ac:chgData name="Nicolás Gonzalo Rodriguez Ruiz" userId="4004fc1d-f189-4a35-bb59-b751acf17205" providerId="ADAL" clId="{F49ECACB-05C6-429C-B7CA-74E16EA3B516}" dt="2026-09-22T15:33:52.262" v="147" actId="120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4:23.863" v="63"/>
            <ac:spMkLst>
              <pc:docMk/>
              <pc:sldMasterMk cId="0" sldId="2147483648"/>
              <pc:sldLayoutMk cId="0" sldId="2147483654"/>
              <ac:spMk id="18" creationId="{00000000-0000-0000-0000-000000000000}"/>
            </ac:spMkLst>
          </pc:spChg>
          <pc:spChg chg="add mod">
            <ac:chgData name="Nicolás Gonzalo Rodriguez Ruiz" userId="4004fc1d-f189-4a35-bb59-b751acf17205" providerId="ADAL" clId="{F49ECACB-05C6-429C-B7CA-74E16EA3B516}" dt="2026-09-22T15:24:13.501" v="62"/>
            <ac:spMkLst>
              <pc:docMk/>
              <pc:sldMasterMk cId="0" sldId="2147483648"/>
              <pc:sldLayoutMk cId="0" sldId="2147483654"/>
              <ac:spMk id="19" creationId="{B1F631B9-2AA9-1373-F90D-AEF121F09DE5}"/>
            </ac:spMkLst>
          </pc:spChg>
        </pc:sldLayoutChg>
        <pc:sldLayoutChg chg="modSp mod">
          <pc:chgData name="Nicolás Gonzalo Rodriguez Ruiz" userId="4004fc1d-f189-4a35-bb59-b751acf17205" providerId="ADAL" clId="{F49ECACB-05C6-429C-B7CA-74E16EA3B516}" dt="2026-09-22T15:32:58.799" v="137" actId="20577"/>
          <pc:sldLayoutMkLst>
            <pc:docMk/>
            <pc:sldMasterMk cId="0" sldId="2147483648"/>
            <pc:sldLayoutMk cId="0" sldId="2147483655"/>
          </pc:sldLayoutMkLst>
          <pc:spChg chg="mod">
            <ac:chgData name="Nicolás Gonzalo Rodriguez Ruiz" userId="4004fc1d-f189-4a35-bb59-b751acf17205" providerId="ADAL" clId="{F49ECACB-05C6-429C-B7CA-74E16EA3B516}" dt="2026-09-22T15:32:56.744" v="136" actId="120"/>
            <ac:spMkLst>
              <pc:docMk/>
              <pc:sldMasterMk cId="0" sldId="2147483648"/>
              <pc:sldLayoutMk cId="0" sldId="2147483655"/>
              <ac:spMk id="5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32:58.799" v="137" actId="20577"/>
            <ac:spMkLst>
              <pc:docMk/>
              <pc:sldMasterMk cId="0" sldId="2147483648"/>
              <pc:sldLayoutMk cId="0" sldId="2147483655"/>
              <ac:spMk id="13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18:31.469" v="2" actId="14100"/>
            <ac:spMkLst>
              <pc:docMk/>
              <pc:sldMasterMk cId="0" sldId="2147483648"/>
              <pc:sldLayoutMk cId="0" sldId="2147483655"/>
              <ac:spMk id="14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18:37.405" v="5" actId="14100"/>
            <ac:spMkLst>
              <pc:docMk/>
              <pc:sldMasterMk cId="0" sldId="2147483648"/>
              <pc:sldLayoutMk cId="0" sldId="2147483655"/>
              <ac:spMk id="16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4:28.949" v="64"/>
            <ac:spMkLst>
              <pc:docMk/>
              <pc:sldMasterMk cId="0" sldId="2147483648"/>
              <pc:sldLayoutMk cId="0" sldId="2147483655"/>
              <ac:spMk id="19" creationId="{25B4518F-5000-E6D0-6A82-403C7CABFE09}"/>
            </ac:spMkLst>
          </pc:spChg>
        </pc:sldLayoutChg>
        <pc:sldLayoutChg chg="modSp setBg">
          <pc:chgData name="Nicolás Gonzalo Rodriguez Ruiz" userId="4004fc1d-f189-4a35-bb59-b751acf17205" providerId="ADAL" clId="{F49ECACB-05C6-429C-B7CA-74E16EA3B516}" dt="2026-09-22T15:28:51.008" v="95"/>
          <pc:sldLayoutMkLst>
            <pc:docMk/>
            <pc:sldMasterMk cId="0" sldId="2147483648"/>
            <pc:sldLayoutMk cId="1492698327" sldId="2147483656"/>
          </pc:sldLayoutMkLst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3" creationId="{60465BE0-CD46-5D2E-C910-C34D4E28F8B0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4" creationId="{9F7C401F-F1EB-9495-4D64-BA272CD772E5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5" creationId="{F9043AAD-FAD7-838E-539B-C6C679130AE4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6" creationId="{D46083AB-1823-16A3-3C51-819CE4335259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7" creationId="{56CF072F-A9AC-5672-328A-AC4FA2E1E14C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8" creationId="{87B424BF-5066-87FB-F45A-93EFB6CC0D72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9" creationId="{1181E18B-AF62-8A34-0897-68D3D2241999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10" creationId="{5CCF013E-BCBB-E1E8-CADE-DFE52C2CFCE9}"/>
            </ac:spMkLst>
          </pc:spChg>
          <pc:spChg chg="mod">
            <ac:chgData name="Nicolás Gonzalo Rodriguez Ruiz" userId="4004fc1d-f189-4a35-bb59-b751acf17205" providerId="ADAL" clId="{F49ECACB-05C6-429C-B7CA-74E16EA3B516}" dt="2026-09-22T15:28:39.842" v="94" actId="207"/>
            <ac:spMkLst>
              <pc:docMk/>
              <pc:sldMasterMk cId="0" sldId="2147483648"/>
              <pc:sldLayoutMk cId="1492698327" sldId="2147483656"/>
              <ac:spMk id="13" creationId="{A0364E34-B802-4488-42AD-DE6662FA06D5}"/>
            </ac:spMkLst>
          </pc:spChg>
          <pc:spChg chg="mod">
            <ac:chgData name="Nicolás Gonzalo Rodriguez Ruiz" userId="4004fc1d-f189-4a35-bb59-b751acf17205" providerId="ADAL" clId="{F49ECACB-05C6-429C-B7CA-74E16EA3B516}" dt="2026-09-22T15:28:25.568" v="91" actId="207"/>
            <ac:spMkLst>
              <pc:docMk/>
              <pc:sldMasterMk cId="0" sldId="2147483648"/>
              <pc:sldLayoutMk cId="1492698327" sldId="2147483656"/>
              <ac:spMk id="19" creationId="{50C560E5-528A-0483-6702-A60B0EB9A3CC}"/>
            </ac:spMkLst>
          </pc:spChg>
        </pc:sldLayoutChg>
        <pc:sldLayoutChg chg="delSp modSp mod">
          <pc:chgData name="Nicolás Gonzalo Rodriguez Ruiz" userId="4004fc1d-f189-4a35-bb59-b751acf17205" providerId="ADAL" clId="{F49ECACB-05C6-429C-B7CA-74E16EA3B516}" dt="2026-09-22T15:33:15.141" v="141" actId="404"/>
          <pc:sldLayoutMkLst>
            <pc:docMk/>
            <pc:sldMasterMk cId="0" sldId="2147483648"/>
            <pc:sldLayoutMk cId="0" sldId="2147483657"/>
          </pc:sldLayoutMkLst>
          <pc:spChg chg="mod">
            <ac:chgData name="Nicolás Gonzalo Rodriguez Ruiz" userId="4004fc1d-f189-4a35-bb59-b751acf17205" providerId="ADAL" clId="{F49ECACB-05C6-429C-B7CA-74E16EA3B516}" dt="2026-09-22T15:33:06.936" v="138" actId="120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33:15.141" v="141" actId="404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19:40.098" v="10" actId="1076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19:40.098" v="10" actId="1076"/>
            <ac:spMkLst>
              <pc:docMk/>
              <pc:sldMasterMk cId="0" sldId="2147483648"/>
              <pc:sldLayoutMk cId="0" sldId="2147483657"/>
              <ac:spMk id="12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3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4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5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6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7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9:23.733" v="102" actId="403"/>
            <ac:spMkLst>
              <pc:docMk/>
              <pc:sldMasterMk cId="0" sldId="2147483648"/>
              <pc:sldLayoutMk cId="0" sldId="2147483657"/>
              <ac:spMk id="18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0:32.880" v="30" actId="404"/>
            <ac:spMkLst>
              <pc:docMk/>
              <pc:sldMasterMk cId="0" sldId="2147483648"/>
              <pc:sldLayoutMk cId="0" sldId="2147483657"/>
              <ac:spMk id="43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4:42.588" v="66"/>
            <ac:spMkLst>
              <pc:docMk/>
              <pc:sldMasterMk cId="0" sldId="2147483648"/>
              <pc:sldLayoutMk cId="0" sldId="2147483657"/>
              <ac:spMk id="46" creationId="{71D6AE94-FA54-D26C-524F-3EDDA015BBA0}"/>
            </ac:spMkLst>
          </pc:spChg>
          <pc:graphicFrameChg chg="del">
            <ac:chgData name="Nicolás Gonzalo Rodriguez Ruiz" userId="4004fc1d-f189-4a35-bb59-b751acf17205" providerId="ADAL" clId="{F49ECACB-05C6-429C-B7CA-74E16EA3B516}" dt="2026-09-22T15:18:52.795" v="7" actId="478"/>
            <ac:graphicFrameMkLst>
              <pc:docMk/>
              <pc:sldMasterMk cId="0" sldId="2147483648"/>
              <pc:sldLayoutMk cId="0" sldId="2147483657"/>
              <ac:graphicFrameMk id="50" creationId="{3AD93985-BABE-369F-F723-D64270C169CA}"/>
            </ac:graphicFrameMkLst>
          </pc:graphicFrameChg>
        </pc:sldLayoutChg>
        <pc:sldLayoutChg chg="modSp mod">
          <pc:chgData name="Nicolás Gonzalo Rodriguez Ruiz" userId="4004fc1d-f189-4a35-bb59-b751acf17205" providerId="ADAL" clId="{F49ECACB-05C6-429C-B7CA-74E16EA3B516}" dt="2026-09-22T15:33:31.827" v="143" actId="14100"/>
          <pc:sldLayoutMkLst>
            <pc:docMk/>
            <pc:sldMasterMk cId="0" sldId="2147483648"/>
            <pc:sldLayoutMk cId="0" sldId="2147483658"/>
          </pc:sldLayoutMkLst>
          <pc:spChg chg="mod">
            <ac:chgData name="Nicolás Gonzalo Rodriguez Ruiz" userId="4004fc1d-f189-4a35-bb59-b751acf17205" providerId="ADAL" clId="{F49ECACB-05C6-429C-B7CA-74E16EA3B516}" dt="2026-09-22T15:33:28.443" v="142" actId="120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33:31.827" v="143" actId="14100"/>
            <ac:spMkLst>
              <pc:docMk/>
              <pc:sldMasterMk cId="0" sldId="2147483648"/>
              <pc:sldLayoutMk cId="0" sldId="2147483658"/>
              <ac:spMk id="29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4:47.300" v="67"/>
            <ac:spMkLst>
              <pc:docMk/>
              <pc:sldMasterMk cId="0" sldId="2147483648"/>
              <pc:sldLayoutMk cId="0" sldId="2147483658"/>
              <ac:spMk id="30" creationId="{6440DFA8-D32F-E7C9-DBD4-3E5BFCCF797B}"/>
            </ac:spMkLst>
          </pc:spChg>
        </pc:sldLayoutChg>
        <pc:sldLayoutChg chg="modSp">
          <pc:chgData name="Nicolás Gonzalo Rodriguez Ruiz" userId="4004fc1d-f189-4a35-bb59-b751acf17205" providerId="ADAL" clId="{F49ECACB-05C6-429C-B7CA-74E16EA3B516}" dt="2026-09-22T15:33:40.180" v="146" actId="404"/>
          <pc:sldLayoutMkLst>
            <pc:docMk/>
            <pc:sldMasterMk cId="0" sldId="2147483648"/>
            <pc:sldLayoutMk cId="564481513" sldId="2147483660"/>
          </pc:sldLayoutMkLst>
          <pc:spChg chg="mod">
            <ac:chgData name="Nicolás Gonzalo Rodriguez Ruiz" userId="4004fc1d-f189-4a35-bb59-b751acf17205" providerId="ADAL" clId="{F49ECACB-05C6-429C-B7CA-74E16EA3B516}" dt="2026-09-22T15:33:40.180" v="146" actId="404"/>
            <ac:spMkLst>
              <pc:docMk/>
              <pc:sldMasterMk cId="0" sldId="2147483648"/>
              <pc:sldLayoutMk cId="564481513" sldId="2147483660"/>
              <ac:spMk id="43" creationId="{00000000-0000-0000-0000-000000000000}"/>
            </ac:spMkLst>
          </pc:spChg>
          <pc:spChg chg="mod">
            <ac:chgData name="Nicolás Gonzalo Rodriguez Ruiz" userId="4004fc1d-f189-4a35-bb59-b751acf17205" providerId="ADAL" clId="{F49ECACB-05C6-429C-B7CA-74E16EA3B516}" dt="2026-09-22T15:24:54.826" v="68"/>
            <ac:spMkLst>
              <pc:docMk/>
              <pc:sldMasterMk cId="0" sldId="2147483648"/>
              <pc:sldLayoutMk cId="564481513" sldId="2147483660"/>
              <ac:spMk id="46" creationId="{71D6AE94-FA54-D26C-524F-3EDDA015BBA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4C2B46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7-46D2-A6A0-BB258D61443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27-46D2-A6A0-BB258D61443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27-46D2-A6A0-BB258D614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1843360"/>
        <c:axId val="761849600"/>
      </c:barChart>
      <c:catAx>
        <c:axId val="761843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61849600"/>
        <c:crosses val="autoZero"/>
        <c:auto val="1"/>
        <c:lblAlgn val="ctr"/>
        <c:lblOffset val="100"/>
        <c:noMultiLvlLbl val="0"/>
      </c:catAx>
      <c:valAx>
        <c:axId val="761849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6184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597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Pr>
        <a:solidFill>
          <a:srgbClr val="4C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602E78C-D04D-69B1-F8E8-0472A5B113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770" r="11458"/>
          <a:stretch>
            <a:fillRect/>
          </a:stretch>
        </p:blipFill>
        <p:spPr>
          <a:xfrm>
            <a:off x="7193280" y="-21028"/>
            <a:ext cx="4998720" cy="6900056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FA6EB52D-CF03-ADCC-4FA7-55BAB2CF0170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828800" y="2558980"/>
            <a:ext cx="5232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1pPr>
            <a:lvl2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2pPr>
            <a:lvl3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3pPr>
            <a:lvl4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4pPr>
            <a:lvl5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5pPr>
            <a:lvl6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6pPr>
            <a:lvl7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7pPr>
            <a:lvl8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8pPr>
            <a:lvl9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9pPr>
          </a:lstStyle>
          <a:p>
            <a:pPr algn="l">
              <a:buNone/>
              <a:defRPr sz="1200" b="1">
                <a:solidFill>
                  <a:srgbClr val="E97700"/>
                </a:solidFill>
                <a:latin typeface="Aptos"/>
              </a:defRPr>
            </a:pPr>
            <a:r>
              <a:rPr sz="1200" b="1" dirty="0">
                <a:solidFill>
                  <a:srgbClr val="E97700"/>
                </a:solidFill>
                <a:latin typeface="Aptos"/>
              </a:rPr>
              <a:t>PRESENTACIÓN INSTITUCIONAL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4B894D-788D-F27C-CD73-7B10D6343353}"/>
              </a:ext>
            </a:extLst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1828800" y="3053873"/>
            <a:ext cx="5232400" cy="61555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1pPr>
            <a:lvl2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2pPr>
            <a:lvl3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3pPr>
            <a:lvl4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4pPr>
            <a:lvl5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5pPr>
            <a:lvl6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6pPr>
            <a:lvl7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7pPr>
            <a:lvl8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8pPr>
            <a:lvl9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sz="3400" b="1" dirty="0" err="1">
                <a:solidFill>
                  <a:srgbClr val="FFFFFF"/>
                </a:solidFill>
                <a:latin typeface="Aptos Display"/>
              </a:rPr>
              <a:t>Título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de la </a:t>
            </a:r>
            <a:r>
              <a:rPr sz="3400" b="1" dirty="0" err="1">
                <a:solidFill>
                  <a:srgbClr val="FFFFFF"/>
                </a:solidFill>
                <a:latin typeface="Aptos Display"/>
              </a:rPr>
              <a:t>presentación</a:t>
            </a:r>
            <a:endParaRPr sz="3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CAE8C80-4039-181D-F0F3-F1562F10A301}"/>
              </a:ext>
            </a:extLst>
          </p:cNvPr>
          <p:cNvSpPr txBox="1">
            <a:spLocks noGrp="1"/>
          </p:cNvSpPr>
          <p:nvPr>
            <p:ph type="subTitle" idx="3" hasCustomPrompt="1"/>
          </p:nvPr>
        </p:nvSpPr>
        <p:spPr>
          <a:xfrm>
            <a:off x="1828800" y="5292431"/>
            <a:ext cx="5232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1pPr>
            <a:lvl2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2pPr>
            <a:lvl3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3pPr>
            <a:lvl4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4pPr>
            <a:lvl5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5pPr>
            <a:lvl6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6pPr>
            <a:lvl7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7pPr>
            <a:lvl8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8pPr>
            <a:lvl9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Aptos"/>
              </a:defRPr>
            </a:pPr>
            <a:r>
              <a:rPr sz="1600" b="0" dirty="0" err="1">
                <a:solidFill>
                  <a:srgbClr val="FFFFFF"/>
                </a:solidFill>
                <a:latin typeface="Aptos"/>
              </a:rPr>
              <a:t>Subtítulo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período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unidad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responsable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898CD242-39E9-1C52-DA7B-3C4C132735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82496" y="1143000"/>
            <a:ext cx="3976299" cy="1143000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556C357A-3D75-4D3A-DF6E-3E9756C64BC5}"/>
              </a:ext>
            </a:extLst>
          </p:cNvPr>
          <p:cNvSpPr/>
          <p:nvPr userDrawn="1"/>
        </p:nvSpPr>
        <p:spPr>
          <a:xfrm>
            <a:off x="0" y="2686476"/>
            <a:ext cx="168249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DA8BD7E-C690-6455-EDE5-A0A890627E11}"/>
              </a:ext>
            </a:extLst>
          </p:cNvPr>
          <p:cNvSpPr/>
          <p:nvPr userDrawn="1"/>
        </p:nvSpPr>
        <p:spPr>
          <a:xfrm>
            <a:off x="7193280" y="0"/>
            <a:ext cx="0" cy="685800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1 Portada institucional">
    <p:bg>
      <p:bgPr>
        <a:solidFill>
          <a:srgbClr val="4C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5459493B-C371-2BF9-F97F-CE2B366A9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28"/>
          <a:stretch>
            <a:fillRect/>
          </a:stretch>
        </p:blipFill>
        <p:spPr>
          <a:xfrm>
            <a:off x="7193280" y="-21028"/>
            <a:ext cx="4998720" cy="6900056"/>
          </a:xfrm>
          <a:prstGeom prst="rect">
            <a:avLst/>
          </a:prstGeom>
        </p:spPr>
      </p:pic>
      <p:sp>
        <p:nvSpPr>
          <p:cNvPr id="4" name="TextBox 3"/>
          <p:cNvSpPr txBox="1">
            <a:spLocks noGrp="1"/>
          </p:cNvSpPr>
          <p:nvPr>
            <p:ph type="body" idx="1" hasCustomPrompt="1"/>
          </p:nvPr>
        </p:nvSpPr>
        <p:spPr>
          <a:xfrm>
            <a:off x="1828800" y="2558980"/>
            <a:ext cx="5232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1pPr>
            <a:lvl2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2pPr>
            <a:lvl3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3pPr>
            <a:lvl4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4pPr>
            <a:lvl5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5pPr>
            <a:lvl6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6pPr>
            <a:lvl7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7pPr>
            <a:lvl8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8pPr>
            <a:lvl9pPr marL="0" indent="0">
              <a:buNone/>
              <a:defRPr sz="1200" b="1">
                <a:solidFill>
                  <a:srgbClr val="E97700"/>
                </a:solidFill>
                <a:latin typeface="Aptos"/>
              </a:defRPr>
            </a:lvl9pPr>
          </a:lstStyle>
          <a:p>
            <a:pPr algn="l">
              <a:buNone/>
              <a:defRPr sz="1200" b="1">
                <a:solidFill>
                  <a:srgbClr val="E97700"/>
                </a:solidFill>
                <a:latin typeface="Aptos"/>
              </a:defRPr>
            </a:pPr>
            <a:r>
              <a:rPr sz="1200" b="1" dirty="0">
                <a:solidFill>
                  <a:srgbClr val="E97700"/>
                </a:solidFill>
                <a:latin typeface="Aptos"/>
              </a:rPr>
              <a:t>PRESENTACIÓN INSTITUCIONAL</a:t>
            </a:r>
          </a:p>
        </p:txBody>
      </p:sp>
      <p:sp>
        <p:nvSpPr>
          <p:cNvPr id="5" name="TextBox 4"/>
          <p:cNvSpPr txBox="1">
            <a:spLocks noGrp="1"/>
          </p:cNvSpPr>
          <p:nvPr>
            <p:ph type="title" idx="2" hasCustomPrompt="1"/>
          </p:nvPr>
        </p:nvSpPr>
        <p:spPr>
          <a:xfrm>
            <a:off x="1828800" y="3053873"/>
            <a:ext cx="5232400" cy="61555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1pPr>
            <a:lvl2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2pPr>
            <a:lvl3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3pPr>
            <a:lvl4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4pPr>
            <a:lvl5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5pPr>
            <a:lvl6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6pPr>
            <a:lvl7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7pPr>
            <a:lvl8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8pPr>
            <a:lvl9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sz="3400" b="1" dirty="0" err="1">
                <a:solidFill>
                  <a:srgbClr val="FFFFFF"/>
                </a:solidFill>
                <a:latin typeface="Aptos Display"/>
              </a:rPr>
              <a:t>Título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de la </a:t>
            </a:r>
            <a:r>
              <a:rPr sz="3400" b="1" dirty="0" err="1">
                <a:solidFill>
                  <a:srgbClr val="FFFFFF"/>
                </a:solidFill>
                <a:latin typeface="Aptos Display"/>
              </a:rPr>
              <a:t>presentación</a:t>
            </a:r>
            <a:endParaRPr sz="3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>
            <a:spLocks noGrp="1"/>
          </p:cNvSpPr>
          <p:nvPr>
            <p:ph type="subTitle" idx="3" hasCustomPrompt="1"/>
          </p:nvPr>
        </p:nvSpPr>
        <p:spPr>
          <a:xfrm>
            <a:off x="1828800" y="5292431"/>
            <a:ext cx="5232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1pPr>
            <a:lvl2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2pPr>
            <a:lvl3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3pPr>
            <a:lvl4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4pPr>
            <a:lvl5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5pPr>
            <a:lvl6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6pPr>
            <a:lvl7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7pPr>
            <a:lvl8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8pPr>
            <a:lvl9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Aptos"/>
              </a:defRPr>
            </a:pPr>
            <a:r>
              <a:rPr sz="1600" b="0" dirty="0" err="1">
                <a:solidFill>
                  <a:srgbClr val="FFFFFF"/>
                </a:solidFill>
                <a:latin typeface="Aptos"/>
              </a:rPr>
              <a:t>Subtítulo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período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unidad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responsable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3875825F-F050-EAD4-F208-75C23630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2496" y="1143000"/>
            <a:ext cx="3976299" cy="1143000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465A1AEB-3A83-9674-9708-AC218AF40A7F}"/>
              </a:ext>
            </a:extLst>
          </p:cNvPr>
          <p:cNvSpPr/>
          <p:nvPr/>
        </p:nvSpPr>
        <p:spPr>
          <a:xfrm>
            <a:off x="0" y="2686476"/>
            <a:ext cx="168249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6031516-0714-A21A-0A4C-25B5EB653D1D}"/>
              </a:ext>
            </a:extLst>
          </p:cNvPr>
          <p:cNvSpPr/>
          <p:nvPr/>
        </p:nvSpPr>
        <p:spPr>
          <a:xfrm>
            <a:off x="7193280" y="0"/>
            <a:ext cx="0" cy="685800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2 Portada compacta">
    <p:bg>
      <p:bgPr>
        <a:solidFill>
          <a:srgbClr val="E977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585EA-A02D-D03D-073E-DED9C242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602EED3-E1C4-A130-2810-65E66ECE1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983" r="6245"/>
          <a:stretch>
            <a:fillRect/>
          </a:stretch>
        </p:blipFill>
        <p:spPr>
          <a:xfrm>
            <a:off x="7193280" y="-21028"/>
            <a:ext cx="4998720" cy="6900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A9EBC2-97AA-657A-A0A1-456E13225D02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828800" y="2558980"/>
            <a:ext cx="2435026" cy="27699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1pPr>
            <a:lvl2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2pPr>
            <a:lvl3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3pPr>
            <a:lvl4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4pPr>
            <a:lvl5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5pPr>
            <a:lvl6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6pPr>
            <a:lvl7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7pPr>
            <a:lvl8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8pPr>
            <a:lvl9pPr marL="0" indent="0">
              <a:buNone/>
              <a:defRPr sz="1200" b="1">
                <a:solidFill>
                  <a:srgbClr val="4C2B46"/>
                </a:solidFill>
                <a:latin typeface="Aptos"/>
              </a:defRPr>
            </a:lvl9pPr>
          </a:lstStyle>
          <a:p>
            <a:pPr algn="l">
              <a:buNone/>
              <a:defRPr sz="1200" b="1">
                <a:solidFill>
                  <a:srgbClr val="4C2B46"/>
                </a:solidFill>
                <a:latin typeface="Aptos"/>
              </a:defRPr>
            </a:pPr>
            <a:r>
              <a:rPr sz="1200" b="1" dirty="0">
                <a:solidFill>
                  <a:srgbClr val="4C2B46"/>
                </a:solidFill>
                <a:latin typeface="Aptos"/>
              </a:rPr>
              <a:t>PRESENTACIÓN INSTITUCIONAL</a:t>
            </a:r>
            <a:endParaRPr sz="1200" b="1">
              <a:solidFill>
                <a:srgbClr val="4C2B46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775EC-C27B-9D77-DE40-B2D2ECF29BC2}"/>
              </a:ext>
            </a:extLst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1828800" y="2903220"/>
            <a:ext cx="4998720" cy="61555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1pPr>
            <a:lvl2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2pPr>
            <a:lvl3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3pPr>
            <a:lvl4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4pPr>
            <a:lvl5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5pPr>
            <a:lvl6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6pPr>
            <a:lvl7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7pPr>
            <a:lvl8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8pPr>
            <a:lvl9pPr marL="0" indent="0">
              <a:buNone/>
              <a:defRPr sz="3400" b="1">
                <a:solidFill>
                  <a:srgbClr val="FFFFFF"/>
                </a:solidFill>
                <a:latin typeface="Aptos Display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sz="3400" b="1" dirty="0" err="1">
                <a:solidFill>
                  <a:srgbClr val="FFFFFF"/>
                </a:solidFill>
                <a:latin typeface="Aptos Display"/>
              </a:rPr>
              <a:t>Título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de la </a:t>
            </a:r>
            <a:r>
              <a:rPr sz="3400" b="1" dirty="0" err="1">
                <a:solidFill>
                  <a:srgbClr val="FFFFFF"/>
                </a:solidFill>
                <a:latin typeface="Aptos Display"/>
              </a:rPr>
              <a:t>presentación</a:t>
            </a:r>
            <a:endParaRPr sz="34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1F3E5-A211-2B0F-EB9C-7933F1F32999}"/>
              </a:ext>
            </a:extLst>
          </p:cNvPr>
          <p:cNvSpPr txBox="1">
            <a:spLocks noGrp="1"/>
          </p:cNvSpPr>
          <p:nvPr>
            <p:ph type="subTitle" idx="3" hasCustomPrompt="1"/>
          </p:nvPr>
        </p:nvSpPr>
        <p:spPr>
          <a:xfrm>
            <a:off x="1828800" y="5697488"/>
            <a:ext cx="4521200" cy="33855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1pPr>
            <a:lvl2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2pPr>
            <a:lvl3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3pPr>
            <a:lvl4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4pPr>
            <a:lvl5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5pPr>
            <a:lvl6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6pPr>
            <a:lvl7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7pPr>
            <a:lvl8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8pPr>
            <a:lvl9pPr marL="0" indent="0">
              <a:buNone/>
              <a:defRPr sz="1600" b="0">
                <a:solidFill>
                  <a:srgbClr val="FFFFFF"/>
                </a:solidFill>
                <a:latin typeface="Aptos"/>
              </a:defRPr>
            </a:lvl9pPr>
          </a:lstStyle>
          <a:p>
            <a:pPr algn="l">
              <a:buNone/>
              <a:defRPr sz="1600" b="0">
                <a:solidFill>
                  <a:srgbClr val="FFFFFF"/>
                </a:solidFill>
                <a:latin typeface="Aptos"/>
              </a:defRPr>
            </a:pPr>
            <a:r>
              <a:rPr sz="1600" b="0">
                <a:solidFill>
                  <a:srgbClr val="FFFFFF"/>
                </a:solidFill>
                <a:latin typeface="Aptos"/>
              </a:rPr>
              <a:t>Subtítulo, período y unidad responsable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7D0D33B2-16B4-1124-B921-AFFBD9BCE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2496" y="1143000"/>
            <a:ext cx="3976299" cy="1143000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BD748D08-53D9-5E50-39BE-C5A7ACF3E64E}"/>
              </a:ext>
            </a:extLst>
          </p:cNvPr>
          <p:cNvSpPr/>
          <p:nvPr/>
        </p:nvSpPr>
        <p:spPr>
          <a:xfrm>
            <a:off x="0" y="2686476"/>
            <a:ext cx="1682496" cy="0"/>
          </a:xfrm>
          <a:prstGeom prst="line">
            <a:avLst/>
          </a:prstGeom>
          <a:noFill/>
          <a:ln w="12700">
            <a:solidFill>
              <a:srgbClr val="4C2B46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9403DFC4-9395-7A47-6546-19DBB2346CE0}"/>
              </a:ext>
            </a:extLst>
          </p:cNvPr>
          <p:cNvSpPr/>
          <p:nvPr/>
        </p:nvSpPr>
        <p:spPr>
          <a:xfrm>
            <a:off x="7193280" y="0"/>
            <a:ext cx="0" cy="6858000"/>
          </a:xfrm>
          <a:prstGeom prst="line">
            <a:avLst/>
          </a:prstGeom>
          <a:noFill/>
          <a:ln w="12700">
            <a:solidFill>
              <a:srgbClr val="4C2B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15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3 Tema y baj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9419762" y="2055716"/>
            <a:ext cx="2769189" cy="769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73184" y="3785616"/>
            <a:ext cx="2715768" cy="3072384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0954512" y="3401568"/>
            <a:ext cx="1234440" cy="38404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0" y="1294998"/>
            <a:ext cx="168249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>
            <a:spLocks noGrp="1"/>
          </p:cNvSpPr>
          <p:nvPr>
            <p:ph type="body" idx="1" hasCustomPrompt="1"/>
          </p:nvPr>
        </p:nvSpPr>
        <p:spPr>
          <a:xfrm>
            <a:off x="1901952" y="122184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900" b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9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</a:t>
            </a:r>
            <a:endParaRPr lang="en-US" sz="900" b="1">
              <a:solidFill>
                <a:srgbClr val="22222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Text 4"/>
          <p:cNvSpPr>
            <a:spLocks noGrp="1"/>
          </p:cNvSpPr>
          <p:nvPr>
            <p:ph type="title" idx="2" hasCustomPrompt="1"/>
          </p:nvPr>
        </p:nvSpPr>
        <p:spPr>
          <a:xfrm>
            <a:off x="1901952" y="1688189"/>
            <a:ext cx="6013612" cy="19661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l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44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44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 de ideas o </a:t>
            </a:r>
            <a:r>
              <a:rPr lang="en-US" sz="44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</a:t>
            </a:r>
            <a:r>
              <a:rPr lang="en-US" sz="44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44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</a:t>
            </a:r>
            <a:endParaRPr lang="en-US" sz="4400" dirty="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8" name="Text 5"/>
          <p:cNvSpPr>
            <a:spLocks noGrp="1"/>
          </p:cNvSpPr>
          <p:nvPr>
            <p:ph type="subTitle" idx="3" hasCustomPrompt="1"/>
          </p:nvPr>
        </p:nvSpPr>
        <p:spPr>
          <a:xfrm>
            <a:off x="1901952" y="3773161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23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3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Subtítulo</a:t>
            </a:r>
            <a:r>
              <a:rPr lang="en-US" sz="23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la actividad</a:t>
            </a:r>
            <a:endParaRPr lang="en-US" sz="23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9" name="Text 6"/>
          <p:cNvSpPr>
            <a:spLocks noGrp="1"/>
          </p:cNvSpPr>
          <p:nvPr>
            <p:ph type="body" idx="4" hasCustomPrompt="1"/>
          </p:nvPr>
        </p:nvSpPr>
        <p:spPr>
          <a:xfrm>
            <a:off x="1901952" y="4303513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4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400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</a:t>
            </a: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descriptivo o bajada editorial que contextualiza el alcance del documento.</a:t>
            </a:r>
            <a:endParaRPr lang="en-US" sz="1400">
              <a:solidFill>
                <a:srgbClr val="22222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01952" y="5300209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/>
              <a:t>━</a:t>
            </a:r>
            <a:endParaRPr lang="en-US" dirty="0"/>
          </a:p>
        </p:txBody>
      </p:sp>
      <p:sp>
        <p:nvSpPr>
          <p:cNvPr id="11" name="Text 8"/>
          <p:cNvSpPr>
            <a:spLocks noGrp="1"/>
          </p:cNvSpPr>
          <p:nvPr>
            <p:ph type="body" idx="5" hasCustomPrompt="1"/>
          </p:nvPr>
        </p:nvSpPr>
        <p:spPr>
          <a:xfrm>
            <a:off x="1901952" y="576874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8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2025–2026</a:t>
            </a:r>
            <a:endParaRPr lang="en-US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2" name="Text 9"/>
          <p:cNvSpPr>
            <a:spLocks noGrp="1"/>
          </p:cNvSpPr>
          <p:nvPr>
            <p:ph type="body" idx="6" hasCustomPrompt="1"/>
          </p:nvPr>
        </p:nvSpPr>
        <p:spPr>
          <a:xfrm>
            <a:off x="1901952" y="614364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documento</a:t>
            </a:r>
            <a:endParaRPr lang="en-US" sz="10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D41BA4C6-29B5-5744-5825-AB7110E50C6D}"/>
              </a:ext>
            </a:extLst>
          </p:cNvPr>
          <p:cNvSpPr/>
          <p:nvPr/>
        </p:nvSpPr>
        <p:spPr>
          <a:xfrm>
            <a:off x="9476232" y="0"/>
            <a:ext cx="2715768" cy="384048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4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title" idx="1" hasCustomPrompt="1"/>
          </p:nvPr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 algn="l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2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subTitle" idx="2" hasCustomPrompt="1"/>
          </p:nvPr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contenidos y decisiones de trabajo.</a:t>
            </a:r>
            <a:endParaRPr lang="en-US" sz="16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>
            <a:spLocks noGrp="1"/>
          </p:cNvSpPr>
          <p:nvPr>
            <p:ph type="body" idx="3" hasCustomPrompt="1"/>
          </p:nvPr>
        </p:nvSpPr>
        <p:spPr>
          <a:xfrm>
            <a:off x="1207008" y="25054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3" name="Text 10"/>
          <p:cNvSpPr>
            <a:spLocks noGrp="1"/>
          </p:cNvSpPr>
          <p:nvPr>
            <p:ph type="body" idx="4" hasCustomPrompt="1"/>
          </p:nvPr>
        </p:nvSpPr>
        <p:spPr>
          <a:xfrm>
            <a:off x="1810512" y="248716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0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Antecedentes</a:t>
            </a:r>
          </a:p>
        </p:txBody>
      </p:sp>
      <p:sp>
        <p:nvSpPr>
          <p:cNvPr id="14" name="Shape 11"/>
          <p:cNvSpPr/>
          <p:nvPr/>
        </p:nvSpPr>
        <p:spPr>
          <a:xfrm>
            <a:off x="1810512" y="2816352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5" name="Text 12"/>
          <p:cNvSpPr>
            <a:spLocks noGrp="1"/>
          </p:cNvSpPr>
          <p:nvPr>
            <p:ph type="body" idx="5" hasCustomPrompt="1"/>
          </p:nvPr>
        </p:nvSpPr>
        <p:spPr>
          <a:xfrm>
            <a:off x="1207008" y="30358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6" name="Text 13"/>
          <p:cNvSpPr>
            <a:spLocks noGrp="1"/>
          </p:cNvSpPr>
          <p:nvPr>
            <p:ph type="body" idx="6" hasCustomPrompt="1"/>
          </p:nvPr>
        </p:nvSpPr>
        <p:spPr>
          <a:xfrm>
            <a:off x="1810512" y="301752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0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</a:p>
        </p:txBody>
      </p:sp>
      <p:sp>
        <p:nvSpPr>
          <p:cNvPr id="17" name="Shape 14"/>
          <p:cNvSpPr/>
          <p:nvPr/>
        </p:nvSpPr>
        <p:spPr>
          <a:xfrm>
            <a:off x="1810512" y="3346704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18" name="Text 15"/>
          <p:cNvSpPr>
            <a:spLocks noGrp="1"/>
          </p:cNvSpPr>
          <p:nvPr>
            <p:ph type="body" idx="7" hasCustomPrompt="1"/>
          </p:nvPr>
        </p:nvSpPr>
        <p:spPr>
          <a:xfrm>
            <a:off x="1207008" y="35661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Text 16"/>
          <p:cNvSpPr>
            <a:spLocks noGrp="1"/>
          </p:cNvSpPr>
          <p:nvPr>
            <p:ph type="body" idx="8" hasCustomPrompt="1"/>
          </p:nvPr>
        </p:nvSpPr>
        <p:spPr>
          <a:xfrm>
            <a:off x="1810512" y="354787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0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</a:p>
        </p:txBody>
      </p:sp>
      <p:sp>
        <p:nvSpPr>
          <p:cNvPr id="20" name="Shape 17"/>
          <p:cNvSpPr/>
          <p:nvPr/>
        </p:nvSpPr>
        <p:spPr>
          <a:xfrm>
            <a:off x="1810512" y="3877056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1" name="Text 18"/>
          <p:cNvSpPr>
            <a:spLocks noGrp="1"/>
          </p:cNvSpPr>
          <p:nvPr>
            <p:ph type="body" idx="9" hasCustomPrompt="1"/>
          </p:nvPr>
        </p:nvSpPr>
        <p:spPr>
          <a:xfrm>
            <a:off x="1207008" y="40965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2" name="Text 19"/>
          <p:cNvSpPr>
            <a:spLocks noGrp="1"/>
          </p:cNvSpPr>
          <p:nvPr>
            <p:ph type="body" idx="10" hasCustomPrompt="1"/>
          </p:nvPr>
        </p:nvSpPr>
        <p:spPr>
          <a:xfrm>
            <a:off x="1810512" y="407822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0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</a:p>
        </p:txBody>
      </p:sp>
      <p:sp>
        <p:nvSpPr>
          <p:cNvPr id="23" name="Shape 20"/>
          <p:cNvSpPr/>
          <p:nvPr/>
        </p:nvSpPr>
        <p:spPr>
          <a:xfrm>
            <a:off x="1810512" y="4407408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4" name="Text 21"/>
          <p:cNvSpPr>
            <a:spLocks noGrp="1"/>
          </p:cNvSpPr>
          <p:nvPr>
            <p:ph type="body" idx="11" hasCustomPrompt="1"/>
          </p:nvPr>
        </p:nvSpPr>
        <p:spPr>
          <a:xfrm>
            <a:off x="1207008" y="46268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5" name="Text 22"/>
          <p:cNvSpPr>
            <a:spLocks noGrp="1"/>
          </p:cNvSpPr>
          <p:nvPr>
            <p:ph type="body" idx="12" hasCustomPrompt="1"/>
          </p:nvPr>
        </p:nvSpPr>
        <p:spPr>
          <a:xfrm>
            <a:off x="1810512" y="460857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0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pasos</a:t>
            </a:r>
          </a:p>
        </p:txBody>
      </p:sp>
      <p:sp>
        <p:nvSpPr>
          <p:cNvPr id="26" name="Shape 23"/>
          <p:cNvSpPr/>
          <p:nvPr/>
        </p:nvSpPr>
        <p:spPr>
          <a:xfrm>
            <a:off x="1810512" y="4937760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  <p:txBody>
          <a:bodyPr/>
          <a:lstStyle/>
          <a:p>
            <a:endParaRPr lang="es-CL" sz="240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B8FE626C-6909-8B62-9CFA-C4BD2B5DE977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F7F93A9-256D-45AD-B325-0A1BBE6FA9CE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r>
              <a:rPr lang="en-US" sz="11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5 Portadilla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060704"/>
            <a:ext cx="3419856" cy="1920240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078224" y="1060704"/>
            <a:ext cx="8113776" cy="19202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body" idx="1" hasCustomPrompt="1"/>
          </p:nvPr>
        </p:nvSpPr>
        <p:spPr>
          <a:xfrm>
            <a:off x="1051560" y="14081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17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b="1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title" idx="2" hasCustomPrompt="1"/>
          </p:nvPr>
        </p:nvSpPr>
        <p:spPr>
          <a:xfrm>
            <a:off x="1051560" y="175564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>
            <a:lvl1pPr marL="0" indent="0" algn="l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200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Segunda sección</a:t>
            </a:r>
            <a:endParaRPr lang="en-US" sz="200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tema del documento</a:t>
            </a:r>
            <a:endParaRPr lang="en-US" sz="2000" dirty="0"/>
          </a:p>
        </p:txBody>
      </p:sp>
      <p:sp>
        <p:nvSpPr>
          <p:cNvPr id="7" name="Text 4"/>
          <p:cNvSpPr>
            <a:spLocks noGrp="1"/>
          </p:cNvSpPr>
          <p:nvPr>
            <p:ph type="body" idx="3" hasCustomPrompt="1"/>
          </p:nvPr>
        </p:nvSpPr>
        <p:spPr>
          <a:xfrm>
            <a:off x="960120" y="3493008"/>
            <a:ext cx="8987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META O PALABRA CLAVE SENCILLA DEL TEMA</a:t>
            </a:r>
            <a:endParaRPr lang="en-US" sz="1600" b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0120" y="4041648"/>
            <a:ext cx="1554480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9" name="Text 6"/>
          <p:cNvSpPr>
            <a:spLocks noGrp="1"/>
          </p:cNvSpPr>
          <p:nvPr>
            <p:ph type="body" idx="4" hasCustomPrompt="1"/>
          </p:nvPr>
        </p:nvSpPr>
        <p:spPr>
          <a:xfrm>
            <a:off x="960120" y="42976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Text 7"/>
          <p:cNvSpPr>
            <a:spLocks noGrp="1"/>
          </p:cNvSpPr>
          <p:nvPr>
            <p:ph type="body" idx="5" hasCustomPrompt="1"/>
          </p:nvPr>
        </p:nvSpPr>
        <p:spPr>
          <a:xfrm>
            <a:off x="960120" y="45628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1" name="Text 8"/>
          <p:cNvSpPr>
            <a:spLocks noGrp="1"/>
          </p:cNvSpPr>
          <p:nvPr>
            <p:ph type="body" idx="6" hasCustomPrompt="1"/>
          </p:nvPr>
        </p:nvSpPr>
        <p:spPr>
          <a:xfrm>
            <a:off x="960120" y="4828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2" name="Text 9"/>
          <p:cNvSpPr>
            <a:spLocks noGrp="1"/>
          </p:cNvSpPr>
          <p:nvPr>
            <p:ph type="body" idx="7" hasCustomPrompt="1"/>
          </p:nvPr>
        </p:nvSpPr>
        <p:spPr>
          <a:xfrm>
            <a:off x="960120" y="50932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3" name="Text 10"/>
          <p:cNvSpPr>
            <a:spLocks noGrp="1"/>
          </p:cNvSpPr>
          <p:nvPr>
            <p:ph type="body" idx="8" hasCustomPrompt="1"/>
          </p:nvPr>
        </p:nvSpPr>
        <p:spPr>
          <a:xfrm>
            <a:off x="96012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4" name="Text 11"/>
          <p:cNvSpPr>
            <a:spLocks noGrp="1"/>
          </p:cNvSpPr>
          <p:nvPr>
            <p:ph type="body" idx="9" hasCustomPrompt="1"/>
          </p:nvPr>
        </p:nvSpPr>
        <p:spPr>
          <a:xfrm>
            <a:off x="960120" y="56235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50" b="1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5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050" b="1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1292840" y="3185529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 rot="16200000">
            <a:off x="9895521" y="4760649"/>
            <a:ext cx="3324991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C30A7E0-E1B8-4618-9650-B2D0DB08F8A4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6 Texto con idea clav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title" idx="1" hasCustomPrompt="1"/>
          </p:nvPr>
        </p:nvSpPr>
        <p:spPr>
          <a:xfrm>
            <a:off x="713232" y="1005839"/>
            <a:ext cx="8522208" cy="62253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 algn="l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32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</a:t>
            </a: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– </a:t>
            </a:r>
            <a:r>
              <a:rPr lang="en-US" sz="32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</a:t>
            </a: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normal</a:t>
            </a:r>
            <a:endParaRPr lang="en-US" sz="32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subTitle" idx="2" hasCustomPrompt="1"/>
          </p:nvPr>
        </p:nvSpPr>
        <p:spPr>
          <a:xfrm>
            <a:off x="713232" y="1628371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Párrafos normalizados y bloques editoriales.</a:t>
            </a:r>
            <a:endParaRPr lang="en-US" sz="16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3232" y="1994131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13" name="Text 10"/>
          <p:cNvSpPr>
            <a:spLocks noGrp="1"/>
          </p:cNvSpPr>
          <p:nvPr>
            <p:ph type="body" idx="3" hasCustomPrompt="1"/>
          </p:nvPr>
        </p:nvSpPr>
        <p:spPr>
          <a:xfrm>
            <a:off x="804671" y="2299858"/>
            <a:ext cx="6168783" cy="387233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800" b="1" dirty="0" err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Antecedentes</a:t>
            </a:r>
            <a:endParaRPr lang="en-US" sz="2800" dirty="0">
              <a:solidFill>
                <a:srgbClr val="22222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Desarrolle</a:t>
            </a: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contexto en párrafos breves. La plantilla usa Aptos 20 para mantener consistencia en la lectura y evitar densidades excesivas.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475220" y="1907261"/>
            <a:ext cx="3520440" cy="4264936"/>
          </a:xfrm>
          <a:prstGeom prst="rect">
            <a:avLst/>
          </a:prstGeom>
          <a:solidFill>
            <a:srgbClr val="EFEDEF"/>
          </a:solidFill>
          <a:ln w="12700">
            <a:solidFill>
              <a:srgbClr val="EFEDEF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15" name="Text 12"/>
          <p:cNvSpPr>
            <a:spLocks noGrp="1"/>
          </p:cNvSpPr>
          <p:nvPr>
            <p:ph type="body" idx="4" hasCustomPrompt="1"/>
          </p:nvPr>
        </p:nvSpPr>
        <p:spPr>
          <a:xfrm>
            <a:off x="7813548" y="2163293"/>
            <a:ext cx="2816352" cy="25678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10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/ IDEA CLAVE</a:t>
            </a:r>
            <a:endParaRPr lang="en-US" sz="10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6" name="Text 13"/>
          <p:cNvSpPr>
            <a:spLocks noGrp="1"/>
          </p:cNvSpPr>
          <p:nvPr>
            <p:ph type="body" idx="5" hasCustomPrompt="1"/>
          </p:nvPr>
        </p:nvSpPr>
        <p:spPr>
          <a:xfrm>
            <a:off x="7813548" y="2414754"/>
            <a:ext cx="2816352" cy="331318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>
            <a:lvl1pPr marL="0" indent="0">
              <a:buNone/>
              <a:defRPr lang="en-US" sz="2400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i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i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“Una formulación breve que concentre la tesis, hallazgo o criterio de lectura.”</a:t>
            </a:r>
            <a:endParaRPr lang="en-US" i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5B4518F-5000-E6D0-6A82-403C7CABFE09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r">
              <a:buNone/>
            </a:pPr>
            <a:fld id="{6FE86ABA-E784-4F53-93EB-9B587D6D1CAD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7 Texto normal"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07040-E14E-145B-54A8-68812EC7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
            <a:extLst>
              <a:ext uri="{FF2B5EF4-FFF2-40B4-BE49-F238E27FC236}">
                <a16:creationId xmlns:a16="http://schemas.microsoft.com/office/drawing/2014/main" id="{FC71BF01-DDFB-A1EF-9543-723CFD6A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0465BE0-CD46-5D2E-C910-C34D4E28F8B0}"/>
              </a:ext>
            </a:extLst>
          </p:cNvPr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F7C401F-F1EB-9495-4D64-BA272CD772E5}"/>
              </a:ext>
            </a:extLst>
          </p:cNvPr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043AAD-FAD7-838E-539B-C6C679130AE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713232" y="1005839"/>
            <a:ext cx="8522208" cy="62253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 algn="l">
              <a:buNone/>
              <a:defRPr lang="en-US" sz="320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32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</a:t>
            </a: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– </a:t>
            </a:r>
            <a:r>
              <a:rPr lang="en-US" sz="3200" dirty="0" err="1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</a:t>
            </a: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normal</a:t>
            </a:r>
            <a:endParaRPr lang="en-US" sz="32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6083AB-1823-16A3-3C51-819CE4335259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713232" y="1628371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Párrafos normalizados y bloques editoriales.</a:t>
            </a:r>
            <a:endParaRPr lang="en-US" sz="16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6CF072F-A9AC-5672-328A-AC4FA2E1E14C}"/>
              </a:ext>
            </a:extLst>
          </p:cNvPr>
          <p:cNvSpPr/>
          <p:nvPr/>
        </p:nvSpPr>
        <p:spPr>
          <a:xfrm>
            <a:off x="713232" y="1994131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B424BF-5066-87FB-F45A-93EFB6CC0D72}"/>
              </a:ext>
            </a:extLst>
          </p:cNvPr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1E18B-AF62-8A34-0897-68D3D2241999}"/>
              </a:ext>
            </a:extLst>
          </p:cNvPr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CCF013E-BCBB-E1E8-CADE-DFE52C2CFCE9}"/>
              </a:ext>
            </a:extLst>
          </p:cNvPr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364E34-B802-4488-42AD-DE6662FA06D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804671" y="2299858"/>
            <a:ext cx="9721089" cy="387233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2800" b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>
              <a:buNone/>
              <a:defRPr lang="en-US" sz="28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2800" b="1" dirty="0" err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Antecedentes</a:t>
            </a:r>
            <a:endParaRPr lang="en-US" sz="2800" b="1" dirty="0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Desarrolle</a:t>
            </a:r>
            <a:r>
              <a:rPr lang="en-US" sz="2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contexto en párrafos breves. La plantilla usa Aptos 20 para mantener consistencia en la lectura y evitar densidades excesivas.</a:t>
            </a:r>
            <a:endParaRPr lang="en-US" sz="20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0C560E5-528A-0483-6702-A60B0EB9A3CC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r">
              <a:buNone/>
            </a:pPr>
            <a:fld id="{2A25603F-3C26-4B0A-AEF6-27D1C5303B28}" type="slidenum">
              <a:rPr lang="en-US" sz="1100" smtClean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9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8 Evidencia y resultad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title" idx="1" hasCustomPrompt="1"/>
          </p:nvPr>
        </p:nvSpPr>
        <p:spPr>
          <a:xfrm>
            <a:off x="713232" y="1005840"/>
            <a:ext cx="8476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 algn="l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y lectura de resultados</a:t>
            </a:r>
            <a:endParaRPr lang="en-US" sz="32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subTitle" idx="2" hasCustomPrompt="1"/>
          </p:nvPr>
        </p:nvSpPr>
        <p:spPr>
          <a:xfrm>
            <a:off x="713232" y="1536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2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</a:t>
            </a:r>
            <a:r>
              <a:rPr lang="en-US" sz="16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1250" dirty="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731520" y="1956815"/>
            <a:ext cx="10005652" cy="1088135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endParaRPr lang="es-CL" dirty="0"/>
          </a:p>
        </p:txBody>
      </p:sp>
      <p:sp>
        <p:nvSpPr>
          <p:cNvPr id="13" name="Text 10"/>
          <p:cNvSpPr>
            <a:spLocks noGrp="1"/>
          </p:cNvSpPr>
          <p:nvPr>
            <p:ph type="body" idx="3" hasCustomPrompt="1"/>
          </p:nvPr>
        </p:nvSpPr>
        <p:spPr>
          <a:xfrm>
            <a:off x="2185416" y="2103119"/>
            <a:ext cx="1691640" cy="5534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2400">
                <a:solidFill>
                  <a:srgbClr val="E97700"/>
                </a:solidFill>
                <a:latin typeface="+mn-lt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</a:p>
        </p:txBody>
      </p:sp>
      <p:sp>
        <p:nvSpPr>
          <p:cNvPr id="14" name="Text 11"/>
          <p:cNvSpPr>
            <a:spLocks noGrp="1"/>
          </p:cNvSpPr>
          <p:nvPr>
            <p:ph type="body" idx="4" hasCustomPrompt="1"/>
          </p:nvPr>
        </p:nvSpPr>
        <p:spPr>
          <a:xfrm>
            <a:off x="1975104" y="2683975"/>
            <a:ext cx="2084832" cy="18979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OBSERVADA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5" name="Text 12"/>
          <p:cNvSpPr>
            <a:spLocks noGrp="1"/>
          </p:cNvSpPr>
          <p:nvPr>
            <p:ph type="body" idx="5" hasCustomPrompt="1"/>
          </p:nvPr>
        </p:nvSpPr>
        <p:spPr>
          <a:xfrm>
            <a:off x="4974336" y="2103119"/>
            <a:ext cx="1691640" cy="5534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2400">
                <a:solidFill>
                  <a:srgbClr val="E97700"/>
                </a:solidFill>
                <a:latin typeface="+mn-lt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100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6" name="Text 13"/>
          <p:cNvSpPr>
            <a:spLocks noGrp="1"/>
          </p:cNvSpPr>
          <p:nvPr>
            <p:ph type="body" idx="6" hasCustomPrompt="1"/>
          </p:nvPr>
        </p:nvSpPr>
        <p:spPr>
          <a:xfrm>
            <a:off x="4764024" y="2683975"/>
            <a:ext cx="2084832" cy="18979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ANALIZADOS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7" name="Text 14"/>
          <p:cNvSpPr>
            <a:spLocks noGrp="1"/>
          </p:cNvSpPr>
          <p:nvPr>
            <p:ph type="body" idx="7" hasCustomPrompt="1"/>
          </p:nvPr>
        </p:nvSpPr>
        <p:spPr>
          <a:xfrm>
            <a:off x="7763256" y="2103119"/>
            <a:ext cx="1691640" cy="5534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2400">
                <a:solidFill>
                  <a:srgbClr val="E97700"/>
                </a:solidFill>
                <a:latin typeface="+mn-lt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4,2</a:t>
            </a:r>
            <a:endParaRPr lang="en-US" sz="2100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8" name="Text 15"/>
          <p:cNvSpPr>
            <a:spLocks noGrp="1"/>
          </p:cNvSpPr>
          <p:nvPr>
            <p:ph type="body" idx="8" hasCustomPrompt="1"/>
          </p:nvPr>
        </p:nvSpPr>
        <p:spPr>
          <a:xfrm>
            <a:off x="7552944" y="2683975"/>
            <a:ext cx="2084832" cy="18979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 algn="ctr">
              <a:buNone/>
              <a:def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COMPARADO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Text 16"/>
          <p:cNvSpPr>
            <a:spLocks noGrp="1"/>
          </p:cNvSpPr>
          <p:nvPr>
            <p:ph type="body" idx="9" hasCustomPrompt="1"/>
          </p:nvPr>
        </p:nvSpPr>
        <p:spPr>
          <a:xfrm>
            <a:off x="868680" y="32461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 01</a:t>
            </a:r>
            <a:endParaRPr lang="en-US" sz="7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0" name="Text 17"/>
          <p:cNvSpPr>
            <a:spLocks noGrp="1"/>
          </p:cNvSpPr>
          <p:nvPr>
            <p:ph type="body" idx="10" hasCustomPrompt="1"/>
          </p:nvPr>
        </p:nvSpPr>
        <p:spPr>
          <a:xfrm>
            <a:off x="86868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comparada</a:t>
            </a:r>
            <a:endParaRPr lang="en-US" sz="1600" b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1" name="Text 38"/>
          <p:cNvSpPr>
            <a:spLocks noGrp="1"/>
          </p:cNvSpPr>
          <p:nvPr>
            <p:ph type="body" idx="11" hasCustomPrompt="1"/>
          </p:nvPr>
        </p:nvSpPr>
        <p:spPr>
          <a:xfrm>
            <a:off x="6845707" y="3246120"/>
            <a:ext cx="1297155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2" name="Text 39"/>
          <p:cNvSpPr>
            <a:spLocks noGrp="1"/>
          </p:cNvSpPr>
          <p:nvPr>
            <p:ph type="body" idx="12" hasCustomPrompt="1"/>
          </p:nvPr>
        </p:nvSpPr>
        <p:spPr>
          <a:xfrm>
            <a:off x="6845708" y="3456432"/>
            <a:ext cx="40536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principal</a:t>
            </a:r>
            <a:endParaRPr lang="en-US" sz="1600" b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3" name="Text 40"/>
          <p:cNvSpPr>
            <a:spLocks noGrp="1"/>
          </p:cNvSpPr>
          <p:nvPr>
            <p:ph type="body" idx="13" hasCustomPrompt="1"/>
          </p:nvPr>
        </p:nvSpPr>
        <p:spPr>
          <a:xfrm>
            <a:off x="6845708" y="3822192"/>
            <a:ext cx="3891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>
            <a:lvl1pPr marL="0" indent="0">
              <a:buNone/>
              <a:defRPr lang="en-US" sz="20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Describa qué muestra la visualización, qué comparación es relevante y qué límites tiene la inferencia.</a:t>
            </a:r>
          </a:p>
        </p:txBody>
      </p:sp>
      <p:sp>
        <p:nvSpPr>
          <p:cNvPr id="44" name="Shape 41"/>
          <p:cNvSpPr/>
          <p:nvPr/>
        </p:nvSpPr>
        <p:spPr>
          <a:xfrm>
            <a:off x="6845707" y="5427564"/>
            <a:ext cx="843151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45" name="Text 42"/>
          <p:cNvSpPr>
            <a:spLocks noGrp="1"/>
          </p:cNvSpPr>
          <p:nvPr>
            <p:ph type="body" idx="14" hasCustomPrompt="1"/>
          </p:nvPr>
        </p:nvSpPr>
        <p:spPr>
          <a:xfrm>
            <a:off x="6845708" y="5628732"/>
            <a:ext cx="3891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0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[Fuente, fecha y universo]</a:t>
            </a:r>
            <a:endParaRPr lang="en-US" sz="1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71D6AE94-FA54-D26C-524F-3EDDA015BBA0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r">
              <a:buNone/>
            </a:pPr>
            <a:fld id="{8151435E-7367-4081-BBC0-CBFF632A4891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GND 08 Evidencia y resultad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title" idx="1" hasCustomPrompt="1"/>
          </p:nvPr>
        </p:nvSpPr>
        <p:spPr>
          <a:xfrm>
            <a:off x="713232" y="1005840"/>
            <a:ext cx="8476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32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y lectura de resultados</a:t>
            </a:r>
            <a:endParaRPr lang="en-US" sz="32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subTitle" idx="2" hasCustomPrompt="1"/>
          </p:nvPr>
        </p:nvSpPr>
        <p:spPr>
          <a:xfrm>
            <a:off x="713232" y="1536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</a:t>
            </a:r>
            <a:r>
              <a:rPr lang="en-US" sz="16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125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731520" y="1956816"/>
            <a:ext cx="10005652" cy="786384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endParaRPr lang="es-CL" dirty="0"/>
          </a:p>
        </p:txBody>
      </p:sp>
      <p:sp>
        <p:nvSpPr>
          <p:cNvPr id="13" name="Text 10"/>
          <p:cNvSpPr>
            <a:spLocks noGrp="1"/>
          </p:cNvSpPr>
          <p:nvPr>
            <p:ph type="body" idx="3" hasCustomPrompt="1"/>
          </p:nvPr>
        </p:nvSpPr>
        <p:spPr>
          <a:xfrm>
            <a:off x="2185416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  <a:endParaRPr lang="en-US" sz="2100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4" name="Text 11"/>
          <p:cNvSpPr>
            <a:spLocks noGrp="1"/>
          </p:cNvSpPr>
          <p:nvPr>
            <p:ph type="body" idx="4" hasCustomPrompt="1"/>
          </p:nvPr>
        </p:nvSpPr>
        <p:spPr>
          <a:xfrm>
            <a:off x="1975104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OBSERVADA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5" name="Text 12"/>
          <p:cNvSpPr>
            <a:spLocks noGrp="1"/>
          </p:cNvSpPr>
          <p:nvPr>
            <p:ph type="body" idx="5" hasCustomPrompt="1"/>
          </p:nvPr>
        </p:nvSpPr>
        <p:spPr>
          <a:xfrm>
            <a:off x="4974336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100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6" name="Text 13"/>
          <p:cNvSpPr>
            <a:spLocks noGrp="1"/>
          </p:cNvSpPr>
          <p:nvPr>
            <p:ph type="body" idx="6" hasCustomPrompt="1"/>
          </p:nvPr>
        </p:nvSpPr>
        <p:spPr>
          <a:xfrm>
            <a:off x="4764024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ANALIZADOS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7" name="Text 14"/>
          <p:cNvSpPr>
            <a:spLocks noGrp="1"/>
          </p:cNvSpPr>
          <p:nvPr>
            <p:ph type="body" idx="7" hasCustomPrompt="1"/>
          </p:nvPr>
        </p:nvSpPr>
        <p:spPr>
          <a:xfrm>
            <a:off x="7763256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 algn="ctr">
              <a:buNone/>
              <a:defRPr lang="en-US" sz="210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4,2</a:t>
            </a:r>
            <a:endParaRPr lang="en-US" sz="2100">
              <a:solidFill>
                <a:srgbClr val="E97700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8" name="Text 15"/>
          <p:cNvSpPr>
            <a:spLocks noGrp="1"/>
          </p:cNvSpPr>
          <p:nvPr>
            <p:ph type="body" idx="8" hasCustomPrompt="1"/>
          </p:nvPr>
        </p:nvSpPr>
        <p:spPr>
          <a:xfrm>
            <a:off x="7552944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 algn="ctr">
              <a:buNone/>
              <a:defRPr lang="en-US" sz="7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COMPARADO</a:t>
            </a:r>
            <a:endParaRPr lang="en-US" sz="700" b="1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Text 16"/>
          <p:cNvSpPr>
            <a:spLocks noGrp="1"/>
          </p:cNvSpPr>
          <p:nvPr>
            <p:ph type="body" idx="9" hasCustomPrompt="1"/>
          </p:nvPr>
        </p:nvSpPr>
        <p:spPr>
          <a:xfrm>
            <a:off x="868680" y="32461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 01</a:t>
            </a:r>
            <a:endParaRPr lang="en-US" sz="7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0" name="Text 17"/>
          <p:cNvSpPr>
            <a:spLocks noGrp="1"/>
          </p:cNvSpPr>
          <p:nvPr>
            <p:ph type="body" idx="10" hasCustomPrompt="1"/>
          </p:nvPr>
        </p:nvSpPr>
        <p:spPr>
          <a:xfrm>
            <a:off x="86868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comparada</a:t>
            </a:r>
            <a:endParaRPr lang="en-US" sz="1600" b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1" name="Text 38"/>
          <p:cNvSpPr>
            <a:spLocks noGrp="1"/>
          </p:cNvSpPr>
          <p:nvPr>
            <p:ph type="body" idx="11" hasCustomPrompt="1"/>
          </p:nvPr>
        </p:nvSpPr>
        <p:spPr>
          <a:xfrm>
            <a:off x="6845707" y="3246120"/>
            <a:ext cx="1297155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2" name="Text 39"/>
          <p:cNvSpPr>
            <a:spLocks noGrp="1"/>
          </p:cNvSpPr>
          <p:nvPr>
            <p:ph type="body" idx="12" hasCustomPrompt="1"/>
          </p:nvPr>
        </p:nvSpPr>
        <p:spPr>
          <a:xfrm>
            <a:off x="6845708" y="3456432"/>
            <a:ext cx="40536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>
            <a:lvl1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600" b="1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principal</a:t>
            </a:r>
            <a:endParaRPr lang="en-US" sz="1600" b="1">
              <a:solidFill>
                <a:srgbClr val="4C2B4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3" name="Text 40"/>
          <p:cNvSpPr>
            <a:spLocks noGrp="1"/>
          </p:cNvSpPr>
          <p:nvPr>
            <p:ph type="body" idx="13" hasCustomPrompt="1"/>
          </p:nvPr>
        </p:nvSpPr>
        <p:spPr>
          <a:xfrm>
            <a:off x="6845708" y="3822192"/>
            <a:ext cx="3891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>
            <a:lvl1pPr marL="0" indent="0">
              <a:buNone/>
              <a:defRPr lang="en-US" sz="20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Describa qué muestra la visualización, qué comparación es relevante y qué límites tiene la inferencia.</a:t>
            </a:r>
            <a:endParaRPr lang="en-US">
              <a:solidFill>
                <a:srgbClr val="22222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845707" y="5427564"/>
            <a:ext cx="843151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 anchor="t" anchorCtr="0"/>
          <a:lstStyle/>
          <a:p>
            <a:endParaRPr lang="es-CL"/>
          </a:p>
        </p:txBody>
      </p:sp>
      <p:sp>
        <p:nvSpPr>
          <p:cNvPr id="45" name="Text 42"/>
          <p:cNvSpPr>
            <a:spLocks noGrp="1"/>
          </p:cNvSpPr>
          <p:nvPr>
            <p:ph type="body" idx="14" hasCustomPrompt="1"/>
          </p:nvPr>
        </p:nvSpPr>
        <p:spPr>
          <a:xfrm>
            <a:off x="6845708" y="5628732"/>
            <a:ext cx="38914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00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0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000">
              <a:solidFill>
                <a:srgbClr val="6F6F6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[Fuente, fecha y universo]</a:t>
            </a:r>
            <a:endParaRPr lang="en-US" sz="1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71D6AE94-FA54-D26C-524F-3EDDA015BBA0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 algn="r">
              <a:buNone/>
            </a:pPr>
            <a:fld id="{2B59368E-B9C8-472F-9AB0-DB201A020076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6448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09 Tabla de da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/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>
            <a:spLocks noGrp="1"/>
          </p:cNvSpPr>
          <p:nvPr>
            <p:ph type="title" idx="1" hasCustomPrompt="1"/>
          </p:nvPr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  <a:lvl2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2pPr>
            <a:lvl3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3pPr>
            <a:lvl4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4pPr>
            <a:lvl5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5pPr>
            <a:lvl6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6pPr>
            <a:lvl7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7pPr>
            <a:lvl8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8pPr>
            <a:lvl9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9pPr>
          </a:lstStyle>
          <a:p>
            <a:pPr marL="0" indent="0">
              <a:buNone/>
              <a:defRPr lang="en-US" sz="270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pPr>
            <a:r>
              <a:rPr lang="en-US" sz="27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de datos</a:t>
            </a:r>
            <a:endParaRPr lang="en-US" sz="2700">
              <a:solidFill>
                <a:srgbClr val="4C2B46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3"/>
          <p:cNvSpPr>
            <a:spLocks noGrp="1"/>
          </p:cNvSpPr>
          <p:nvPr>
            <p:ph type="subTitle" idx="2" hasCustomPrompt="1"/>
          </p:nvPr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25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tabla para informes y reportes.</a:t>
            </a:r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>
            <a:spLocks noGrp="1"/>
          </p:cNvSpPr>
          <p:nvPr>
            <p:ph type="body" idx="3" hasCustomPrompt="1"/>
          </p:nvPr>
        </p:nvSpPr>
        <p:spPr>
          <a:xfrm>
            <a:off x="932688" y="5303981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700" b="1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00" b="1">
              <a:solidFill>
                <a:srgbClr val="E977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9" name="Text 26"/>
          <p:cNvSpPr>
            <a:spLocks noGrp="1"/>
          </p:cNvSpPr>
          <p:nvPr>
            <p:ph type="body" idx="4" hasCustomPrompt="1"/>
          </p:nvPr>
        </p:nvSpPr>
        <p:spPr>
          <a:xfrm>
            <a:off x="932688" y="5578301"/>
            <a:ext cx="6858000" cy="730136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rmAutofit/>
          </a:bodyPr>
          <a:lstStyle>
            <a:lvl1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  <a:lvl2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2pPr>
            <a:lvl3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3pPr>
            <a:lvl4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4pPr>
            <a:lvl5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5pPr>
            <a:lvl6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6pPr>
            <a:lvl7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7pPr>
            <a:lvl8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8pPr>
            <a:lvl9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9pPr>
          </a:lstStyle>
          <a:p>
            <a:pPr marL="0" indent="0">
              <a:buNone/>
              <a:defRPr lang="en-US" sz="110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se usa como componente editorial estable para informes: encabezado púrpura, cuerpo Aptos 11/10 según densidad y grilla sin textos flotantes.</a:t>
            </a:r>
            <a:endParaRPr lang="en-US" sz="1100">
              <a:solidFill>
                <a:srgbClr val="22222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6440DFA8-D32F-E7C9-DBD4-3E5BFCCF797B}"/>
              </a:ext>
            </a:extLst>
          </p:cNvPr>
          <p:cNvSpPr/>
          <p:nvPr/>
        </p:nvSpPr>
        <p:spPr>
          <a:xfrm rot="16200000">
            <a:off x="9267447" y="4132575"/>
            <a:ext cx="4581139" cy="394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AE119FE-7F87-4EDA-A05D-3D913586FBC4}" type="slidenum">
              <a:rPr lang="en-US" sz="1100" smtClean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‹Nº›</a:t>
            </a:fld>
            <a:endParaRPr lang="en-US" sz="1100" dirty="0"/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A1B2FE45-3BC4-1001-B132-0725EE68B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13211"/>
              </p:ext>
            </p:extLst>
          </p:nvPr>
        </p:nvGraphicFramePr>
        <p:xfrm>
          <a:off x="713232" y="2066544"/>
          <a:ext cx="1025033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583">
                  <a:extLst>
                    <a:ext uri="{9D8B030D-6E8A-4147-A177-3AD203B41FA5}">
                      <a16:colId xmlns:a16="http://schemas.microsoft.com/office/drawing/2014/main" val="4058512856"/>
                    </a:ext>
                  </a:extLst>
                </a:gridCol>
                <a:gridCol w="2562583">
                  <a:extLst>
                    <a:ext uri="{9D8B030D-6E8A-4147-A177-3AD203B41FA5}">
                      <a16:colId xmlns:a16="http://schemas.microsoft.com/office/drawing/2014/main" val="3668817263"/>
                    </a:ext>
                  </a:extLst>
                </a:gridCol>
                <a:gridCol w="2562583">
                  <a:extLst>
                    <a:ext uri="{9D8B030D-6E8A-4147-A177-3AD203B41FA5}">
                      <a16:colId xmlns:a16="http://schemas.microsoft.com/office/drawing/2014/main" val="2350608786"/>
                    </a:ext>
                  </a:extLst>
                </a:gridCol>
                <a:gridCol w="2562583">
                  <a:extLst>
                    <a:ext uri="{9D8B030D-6E8A-4147-A177-3AD203B41FA5}">
                      <a16:colId xmlns:a16="http://schemas.microsoft.com/office/drawing/2014/main" val="2484645650"/>
                    </a:ext>
                  </a:extLst>
                </a:gridCol>
              </a:tblGrid>
              <a:tr h="281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Unidad / ámbito</a:t>
                      </a:r>
                    </a:p>
                  </a:txBody>
                  <a:tcPr anchor="ctr">
                    <a:solidFill>
                      <a:srgbClr val="4C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Indicador</a:t>
                      </a:r>
                    </a:p>
                  </a:txBody>
                  <a:tcPr anchor="ctr">
                    <a:solidFill>
                      <a:srgbClr val="4C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Período</a:t>
                      </a:r>
                    </a:p>
                  </a:txBody>
                  <a:tcPr anchor="ctr">
                    <a:solidFill>
                      <a:srgbClr val="4C2B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Columna 4</a:t>
                      </a:r>
                    </a:p>
                  </a:txBody>
                  <a:tcPr>
                    <a:solidFill>
                      <a:srgbClr val="4C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21751"/>
                  </a:ext>
                </a:extLst>
              </a:tr>
              <a:tr h="492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Secretaría Técnica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Actividades de capacitación realizadas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Ene–Mar 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380015"/>
                  </a:ext>
                </a:extLst>
              </a:tr>
              <a:tr h="492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Corte de Apelaciones de Santiago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Personas capacitadas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Ene–Mar 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16244"/>
                  </a:ext>
                </a:extLst>
              </a:tr>
              <a:tr h="492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Corte de Apelaciones de Valparaíso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Actividades de sensibilización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Ene–Mar 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094668"/>
                  </a:ext>
                </a:extLst>
              </a:tr>
              <a:tr h="492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Corte de Apelaciones de Temuco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Personas participantes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Ene–Mar 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84454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GND 10 Cierre">
    <p:bg>
      <p:bgPr>
        <a:solidFill>
          <a:srgbClr val="4C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92610" y="2125980"/>
            <a:ext cx="3976299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17720" y="3886200"/>
            <a:ext cx="25769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━━━━━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424865" y="405993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5459493B-C371-2BF9-F97F-CE2B366A9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28"/>
          <a:stretch>
            <a:fillRect/>
          </a:stretch>
        </p:blipFill>
        <p:spPr>
          <a:xfrm>
            <a:off x="7193280" y="-21028"/>
            <a:ext cx="4998720" cy="6900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491740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E97700"/>
                </a:solidFill>
                <a:latin typeface="Aptos"/>
              </a:rPr>
              <a:t>PRESENTACIÓN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53873"/>
            <a:ext cx="5232400" cy="61555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Aptos Display"/>
              </a:rPr>
              <a:t>Título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 de la </a:t>
            </a:r>
            <a:r>
              <a:rPr sz="3400" b="1" dirty="0" err="1">
                <a:solidFill>
                  <a:srgbClr val="FFFFFF"/>
                </a:solidFill>
                <a:latin typeface="Aptos Display"/>
              </a:rPr>
              <a:t>presentación</a:t>
            </a:r>
            <a:endParaRPr sz="3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521024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  <a:latin typeface="Aptos"/>
              </a:rPr>
              <a:t>Subtítulo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período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unidad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responsable</a:t>
            </a:r>
            <a:endParaRPr sz="1600" b="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3875825F-F050-EAD4-F208-75C23630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2496" y="1143000"/>
            <a:ext cx="3976299" cy="1143000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465A1AEB-3A83-9674-9708-AC218AF40A7F}"/>
              </a:ext>
            </a:extLst>
          </p:cNvPr>
          <p:cNvSpPr/>
          <p:nvPr/>
        </p:nvSpPr>
        <p:spPr>
          <a:xfrm>
            <a:off x="0" y="2686476"/>
            <a:ext cx="168249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6031516-0714-A21A-0A4C-25B5EB653D1D}"/>
              </a:ext>
            </a:extLst>
          </p:cNvPr>
          <p:cNvSpPr/>
          <p:nvPr/>
        </p:nvSpPr>
        <p:spPr>
          <a:xfrm>
            <a:off x="7193280" y="0"/>
            <a:ext cx="0" cy="685800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8237F01-62C8-2B8F-7A59-82C7C6FFA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7A5F8E7-0F4A-C30C-5AD6-891B4D08CCA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algn="l"/>
            <a:endParaRPr lang="es-CL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A644A28B-946A-1063-C314-31C87D749CF3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394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1935A35-BACE-6ABF-DE6E-9216D7C1F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CBCD4D4-37DE-56DD-A399-5130752B996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algn="l"/>
            <a:endParaRPr lang="es-CL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AFDD78A-C73C-E846-6033-940A40F171A5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43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0D3A221-E486-553B-F356-FA50F1F2C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651226B-DD8E-4B07-BD2A-A0D8DC5B2DB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7DA0CB9-A162-57E4-F46F-465114202F2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FABAB6-2C18-1569-258E-D9C867CF704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07028DD-2EB5-4653-F828-210EFF293958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9FF9494-A373-E108-766E-D5C20C32CB6C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541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71701-2F3D-2813-06C0-950BA610926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B62764-56E5-7333-892D-CB530852561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6D1A58-CECB-4984-3CC8-0E69707FC12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01C338-95D2-7CE8-3DBA-DFCD49185F6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7B48814-E77B-2989-0D2C-9E8430ADD70F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1FB1672-DC57-6F71-1C1C-7C99348E20AA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DAC2B73-B8A1-3867-2035-91DC9F72B22F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0070494-D5D1-A74A-80ED-32AAD35FEAAF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E90E67E-4F17-CC9B-77EF-0D8CD041FFDA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FE7DE94-2BB3-AAE5-9EF7-1C948CD9F9B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56324F1-048B-ED17-CED7-1F26316466E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4C0124A6-4BD0-E10A-2920-E2D8A8F135B7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177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C4B51-AC77-9047-A04F-DA6F4FC986F0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C3BC26-B157-84BD-8383-5A7502314E7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0AFA7E-F479-5C9C-FD2E-5DF154B440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172B8B-6040-2119-A7D8-0DB85A46BFB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E2EEA84-F5DB-0674-277B-57393CD326F4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494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8C2C8-1AD3-DA85-EB7E-E7560192821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E6CD05-4664-C36B-F753-AA965FB07FA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38EDE2-0562-99A4-1D43-8FAEF9D9E3B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6D81B2-5D69-3A2E-3D14-CE025C3621D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94B2636-7696-9978-28DF-1E7500982CDF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F663A-EF57-9467-0422-10F66C9AF491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CAF9F48-5AD3-E533-FD93-C285B03BF091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ADA4B6-DC7E-DAE0-E444-B03B89F4DE4D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DADA473D-57EA-71A4-3AF7-F6731A0A57DF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A79BFB6-BAF2-9355-013B-F30A24F8DBC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9DFBEE58-594B-AC1E-09FD-43C121F51F7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F529B28-0483-2099-F7AE-D52D09D73E78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33F32A1C-4222-D83E-F06A-347F96D437F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CA1C583-37DE-2E65-4EF5-916A289180F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75696890-B3F9-E14F-651A-8FCE2E77A2A9}"/>
              </a:ext>
            </a:extLst>
          </p:cNvPr>
          <p:cNvGraphicFramePr/>
          <p:nvPr/>
        </p:nvGraphicFramePr>
        <p:xfrm>
          <a:off x="815802" y="3877056"/>
          <a:ext cx="5391034" cy="2450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458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1CC47-9561-056B-2DCF-831D0A768FD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18F465-3AEC-F984-859E-8CD91A2F0F6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2F9E15-D19D-FEA0-546D-0D3FCFE203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119783-4B50-F6F3-F9EE-BA1956029E48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107DB30-E943-D3E9-EC99-932528A73FDE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9A36490-DD6B-0FB7-F832-EE22B72FAB29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FDC415-C3D5-B53E-2609-30A4AD9BDC76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AFB06D2-EC0F-51DB-B36F-0CBEBD94A02D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7EEFCB-9B75-F30C-4B5B-1C0F1992205F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C56BC4-3802-CC55-4265-981EFBB44D3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BD6C88F-19BC-308D-7B74-4AA401F833D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F4F3485-0948-C670-9147-742F9D81657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7D9D7088-B623-F3A9-6A8B-87254C2D3D9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1515A9FD-6E12-4F3A-E7BE-A134BCE2B8C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173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2610" y="2125980"/>
            <a:ext cx="3976299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17720" y="3886200"/>
            <a:ext cx="25769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━━━━━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424865" y="405993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19</Words>
  <Application>Microsoft Office PowerPoint</Application>
  <PresentationFormat>Panorámica</PresentationFormat>
  <Paragraphs>6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Poder Judicial de Chile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PPTX STGND v8</dc:title>
  <dc:subject>Plantilla PPTX STGND v8 Riguroso</dc:subject>
  <dc:creator>Secretaría Técnica de Igualdad de Género y No Discriminación</dc:creator>
  <cp:lastModifiedBy>Nicolas Rodríguez</cp:lastModifiedBy>
  <cp:revision>4</cp:revision>
  <dcterms:created xsi:type="dcterms:W3CDTF">2026-08-19T20:40:55Z</dcterms:created>
  <dcterms:modified xsi:type="dcterms:W3CDTF">2026-09-22T15:35:40Z</dcterms:modified>
</cp:coreProperties>
</file>